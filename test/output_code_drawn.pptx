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圖論（英語：Graph theory），是組合數學分支，和其...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自動生成簡報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圖是圖論的主要研究對象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圖是由若干給定的頂點及連接兩頂點的邊所構成的圖形，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頂點用於代表事物，連接兩頂點的邊則用於表示兩個事物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business concept illustration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圖論起源於著名的柯尼斯堡七橋問題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該問題於1736年被歐拉解決，因此普遍認為歐拉是圖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要點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295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8415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modern technology workspace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圖論的研究對象相當於一維的單純複形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方面一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方面二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C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歷史: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096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096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8396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096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達成率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280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580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效率提升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64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464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6764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64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應用場景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modern technology workspace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一般認為，歐拉於1736年出版的關於柯尼斯堡七橋問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此問題被推廣為著名的歐拉路問題，亦即一筆畫問題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而此論文與范德蒙的一篇關於騎士週遊問題的文章，則是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歐拉提出的關於凸多邊形頂點數、棱數及面數之間的關係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西爾維斯特於1878年發表在《自然》上的一篇論文中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要點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要點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business concept illustration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結論與展望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核心要點回顧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未來發展方向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下一步行動計畫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歡迎提問與討論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