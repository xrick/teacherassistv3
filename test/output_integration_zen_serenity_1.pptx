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離散數學概論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 i="0">
                <a:solidFill>
                  <a:srgbClr val="02C39A"/>
                </a:solidFill>
                <a:latin typeface="Calibri Light"/>
              </a:defRPr>
            </a:pPr>
            <a:r>
              <a:t>離散結構與遞迴關係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離散數學的定義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離散數學聚焦於整數、集合、圖形等離散結構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其核心在於離散化與遞迴關係，映射連續理論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離散數學與連續數學互補，提供離散近似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以清晰向量圖示離散結構，適合教育簡報使用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離散數學的背景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資訊科技快速發展，離散結構需求日益增加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教育課程中，離散數學常作基礎模組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研究領域跨學科，促進數學與工程融合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以清晰向量圖示離散結構，適合教育簡報使用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離散數學的實際應用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密碼學：質數與離散對數基礎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資料壓縮：離散傅立葉與編碼理論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網路設計：圖論支援路由與排程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983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70915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運算複雜度：快速排序與圖形演算法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以清晰向量圖示離散結構，適合教育簡報使用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挑戰與對策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離散與連續概念交織，模型選擇較為複雜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計算資源有限，遞迴深度易成瓶頸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離散微積分工具尚不成熟，需進一步驗證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983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70915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混合離散數值方法與演算法優化持續發展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以清晰向量圖示離散結構，適合教育簡報使用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統計趨勢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096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4096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8396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096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約30%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96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離散化模型在大數據分析中的佔比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3280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580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約25%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離散微積分工具在數值分析中的使用率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4647" y="2011680"/>
            <a:ext cx="29260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4647" y="201168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67647" y="2377440"/>
            <a:ext cx="640080" cy="64008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647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065A82"/>
                </a:solidFill>
                <a:latin typeface="Calibri"/>
              </a:defRPr>
            </a:pPr>
            <a:r>
              <a:t>約40%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4206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64748B"/>
                </a:solidFill>
                <a:latin typeface="Calibri Light"/>
              </a:defRPr>
            </a:pPr>
            <a:r>
              <a:t>離散模型在雲端計算中的應用頻率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未來趨勢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離散微積分將成為數值分析的新焦點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混合離散-連續模型將提升模擬精度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機器學習：離散特徵工程將擴大應用範圍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98348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70915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量子計算：離散結構將與量子位元結合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以清晰向量圖示離散結構，適合教育簡報使用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結語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離散數學持續進化，將驅動科技創新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88036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跨領域合作是關鍵，促進理論與實務融合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6858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931920"/>
            <a:ext cx="182880" cy="1828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57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E293B"/>
                </a:solidFill>
                <a:latin typeface="Calibri Light"/>
              </a:defRPr>
            </a:pPr>
            <a:r>
              <a:t>未來研究聚焦離散微積分與混合演算法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4747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0" y="3383280"/>
            <a:ext cx="54864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748B"/>
                </a:solidFill>
                <a:latin typeface="Calibri Light"/>
              </a:defRPr>
            </a:pPr>
            <a:r>
              <a:t>以清晰向量圖示離散結構，適合教育簡報使用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