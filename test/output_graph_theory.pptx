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54864" cy="3474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28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圖論概論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 i="0">
                <a:solidFill>
                  <a:srgbClr val="02C39A"/>
                </a:solidFill>
                <a:latin typeface="Calibri Light"/>
              </a:defRPr>
            </a:pPr>
            <a:r>
              <a:t>從柯尼斯堡七橋到現代隨機圖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核心概念與定義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背景脈絡與重要性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實際應用案例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挑戰、痛點與最佳實踐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量化數據與成效指標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未來趨勢與發展方向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64748B"/>
                </a:solidFill>
                <a:latin typeface="Calibri Light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延伸思考與啟發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468880"/>
            <a:ext cx="21332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926080"/>
            <a:ext cx="76196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圖論不僅是數學工具，更是一種思考「關聯」與「結構」的方式。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鼓勵在設計新系統時先構造圖模型，簡化問題並提升可維護性。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未來的圖論研究將更注重資料隱私、可解釋性與可持續性。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 Light"/>
              </a:defRPr>
              <a:buChar char="●"/>
            </a:pPr>
            <a:r>
              <a:t>邀請各位思考：在自己的專案中，如何以圖為核心重新定義問題？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2636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 i="0">
                <a:solidFill>
                  <a:srgbClr val="CCFBF1"/>
                </a:solidFill>
                <a:latin typeface="Calibri Light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