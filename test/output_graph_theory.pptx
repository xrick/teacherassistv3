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54864" cy="3474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圖論的跨領域應用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02C39A"/>
                </a:solidFill>
                <a:latin typeface="Calibri Light"/>
              </a:defRPr>
            </a:pPr>
            <a:r>
              <a:t>數學、計算機、工程與社會科學的橋樑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隨機圖論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 / 165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代數拓撲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 / 165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大數據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 / 165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機器學習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 / 165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深度學習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 / 165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人工智慧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 / 165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量子計算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 / 165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社會網路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 / 165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生物網路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 / 165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經濟網路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 / 165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交通網路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 / 165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能源網路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 / 165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醫療網路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 / 165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教育網路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 / 165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文化網路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 / 165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環境網路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17 / 165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安全網路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18 / 165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金融網路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19 / 165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政治網路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20 / 165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法律網路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21 / 165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心理網路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22 / 165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藝術網路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23 / 165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哲學網路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24 / 165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宗教網路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25 / 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運動網路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26 / 165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旅遊網路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27 / 165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娛樂網路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28 / 165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媒體網路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29 / 165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新聞網路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30 / 165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廣告網路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31 / 165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社群網路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32 / 165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互聯網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33 / 165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物聯網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34 / 165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雲端網路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35 / 165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邊緣網路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36 / 165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5G網路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37 / 165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6G網路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38 / 165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人工智慧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39 / 165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機器學習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40 / 165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深度學習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41 / 165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強化學習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42 / 165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生成模型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43 / 165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自然語言處理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44 / 165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計算機視覺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45 / 165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數據挖掘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46 / 165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資料科學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47 / 165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統計學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48 / 165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計算機科學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49 / 165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數學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50 / 165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物理學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51 / 165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化學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52 / 165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生物學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53 / 165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地理學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54 / 165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環境科學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55 / 165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氣候科學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56 / 165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能源科學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57 / 165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材料科學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58 / 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機械工程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59 / 165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電氣工程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60 / 165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土木工程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61 / 165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航空工程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62 / 165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航天工程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63 / 165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機械設計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64 / 165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電路設計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65 / 165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系統工程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66 / 165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控制工程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67 / 165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計算機網路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68 / 165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電腦科學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69 / 165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資訊科學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70 / 165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資訊工程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71 / 165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圖結構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72 / 165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73 / 165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74 / 165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75 / 165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76 / 165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77 / 165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78 / 165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79 / 165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80 / 165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81 / 165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82 / 165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83 / 165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84 / 165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85 / 165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86 / 165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87 / 165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88 / 165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89 / 165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90 / 165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91 / 165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92 / 165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93 / 165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94 / 165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95 / 165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96 / 165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97 / 165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98 / 165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99 / 165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100 / 165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101 / 165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102 / 165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103 / 165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104 / 165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105 / 165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106 / 165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107 / 165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108 / 165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109 / 165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110 / 165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111 / 165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112 / 165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113 / 165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114 / 165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115 / 165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116 / 165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117 / 165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118 / 165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119 / 165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120 / 165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121 / 165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122 / 165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123 / 165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124 / 165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125 / 165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126 / 165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127 / 165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128 / 165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129 / 165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130 / 165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131 / 165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132 / 165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133 / 165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134 / 165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135 / 165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136 / 165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137 / 165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138 / 165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139 / 165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140 / 165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141 / 165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142 / 165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143 / 165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144 / 165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145 / 165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146 / 165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147 / 165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148 / 165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149 / 165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150 / 165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151 / 165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152 / 165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153 / 165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154 / 165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155 / 165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156 / 165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157 / 165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158 / 165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159 / 165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160 / 165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161 / 165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162 / 165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163 / 165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164 / 165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圖論的結構與概念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圖論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圖形學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165 / 165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