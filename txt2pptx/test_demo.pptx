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人工智慧正在革命性地改變各行各業。從醫療診斷到自動駕駛，從金...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 i="0">
                <a:solidFill>
                  <a:srgbClr val="02C39A"/>
                </a:solidFill>
                <a:latin typeface="Calibri Light"/>
              </a:defRPr>
            </a:pPr>
            <a:r>
              <a:t>自動生成簡報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人工智慧正在革命性地改變各行各業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從醫療診斷到自動駕駛，從金融分析到創意設計，AI 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機器學習讓電腦能從數據中學習規律，深度學習突破了圖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未來，AI 將與人類更深度協作，帶來前所未有的生產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professional business concept illustration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1E293B"/>
                </a:solidFill>
                <a:latin typeface="Calibri"/>
              </a:defRPr>
            </a:pPr>
            <a:r>
              <a:t>人工智慧正在革命性地改變各行各業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從醫療診斷到自動駕駛，從金融分析到創意設計，AI 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機器學習讓電腦能從數據中學習規律，深度學習突破了圖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未來，AI 將與人類更深度協作，帶來前所未有的生產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295" y="731520"/>
            <a:ext cx="4754880" cy="53035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08415" y="310896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295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modern technology workspace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人工智慧正在革命性地改變各行各業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065A82"/>
                </a:solidFill>
                <a:latin typeface="Calibri"/>
              </a:defRPr>
            </a:pPr>
            <a:r>
              <a:t>方面一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從醫療診斷到自動駕駛，從金融分析到創意設計，AI 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機器學習讓電腦能從數據中學習規律，深度學習突破了圖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645920"/>
            <a:ext cx="54864" cy="4389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295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C7293"/>
                </a:solidFill>
                <a:latin typeface="Calibri"/>
              </a:defRPr>
            </a:pPr>
            <a:r>
              <a:t>方面二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295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未來，AI 將與人類更深度協作，帶來前所未有的生產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人工智慧正在革命性地改變各行各業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096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4096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8396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096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96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達成率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3280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7580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80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效率提升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464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464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6764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64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應用場景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4754880" cy="53035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310896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modern technology workspace photo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1E293B"/>
                </a:solidFill>
                <a:latin typeface="Calibri"/>
              </a:defRPr>
            </a:pPr>
            <a:r>
              <a:t>人工智慧正在革命性地改變各行各業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從醫療診斷到自動駕駛，從金融分析到創意設計，AI 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機器學習讓電腦能從數據中學習規律，深度學習突破了圖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未來，AI 將與人類更深度協作，帶來前所未有的生產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人工智慧正在革命性地改變各行各業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從醫療診斷到自動駕駛，從金融分析到創意設計，AI 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機器學習讓電腦能從數據中學習規律，深度學習突破了圖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未來，AI 將與人類更深度協作，帶來前所未有的生產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professional business concept illustration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結論與展望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46888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7619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核心要點回顧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未來發展方向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下一步行動計畫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歡迎提問與討論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63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 i="0">
                <a:solidFill>
                  <a:srgbClr val="CCFBF1"/>
                </a:solidFill>
                <a:latin typeface="Calibri Light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