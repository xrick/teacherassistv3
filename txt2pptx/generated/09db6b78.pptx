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4984" autoAdjust="0"/>
    <p:restoredTop sz="94619" autoAdjust="0"/>
  </p:normalViewPr>
  <p:slideViewPr>
    <p:cSldViewPr snapToGrid="0">
      <p:cViewPr varScale="1">
        <p:scale>
          <a:sx n="129" d="100"/>
          <a:sy n="129" d="100"/>
        </p:scale>
        <p:origin x="5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34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61137-B2F4-44A2-AEA9-B8D72975A05F}" type="datetime1">
              <a:rPr lang="de-DE" smtClean="0"/>
              <a:t>18.02.26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E3065-8A24-47C9-A843-0DFEC08A77C7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38765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546253B-BE88-45C5-9ABC-A8414C168BD1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開場白：歡迎大家參加今天的簡報。本次內容將涵蓋幾個重要主題與背景脈絡，請大家專心聆聽，並隨時提出問題或意見討論。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感謝大家的聆聽，現在開放提問。我們已經回顧了簡報的核心要點與未來發展方向，期待後續的討論、回饋意見以及進一步的合作機會。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58FE69-3F99-4550-AA00-A7FF61BF76EA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 rtl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68F14C-D4F1-40B6-B1AD-A03EDAA6725D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C8E1CE-31A4-4DC1-9A14-A1FDAD407674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 rtl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E3744A-5A44-4BFF-92AA-16DA5E94BB83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ild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Bild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EDD9AE-23AE-4EB7-B3DB-242A1D8478FB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42FB20-1F3E-43B9-A22C-6B636C25391A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7D78AD-A707-44D8-98C7-2E5BF17C114E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CDB1FF-C55B-4D31-A515-83B796043DD6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 rtl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B3AE0C-9D3B-493D-AE1C-E837EBD1A420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1AEB60-0CF2-4FDF-8809-8AC51494D5F5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58AF836-13A8-46EF-A2AE-6F658367FD73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1DFE2F-C573-4D62-882A-E8846EF03C0C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de-DE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 dirty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iten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8E20CA-0CA2-4574-B1D6-69C8C65EED42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Textplatzhalt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1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9B9F8F-6639-463B-9FB3-42044123F51F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Bild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Bild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el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9" name="Textplatzhalt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0" name="Bildplatzhalt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Textplatzhalt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2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3" name="Bildplatzhalt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5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6" name="Bildplatzhalt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Textplatzhalt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9E6A23-504C-403E-B76B-B05505FCD76B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68BEABDA-98C7-4D1F-B6BB-CA7E2F630F9B}" type="datetime1">
              <a:rPr lang="de-DE" noProof="0" smtClean="0"/>
              <a:t>18.02.26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人工智慧（AI）正在革命性地改變各行各業。從醫療診斷到自動駕...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方面一</a:t>
            </a:r>
          </a:p>
          <a:p>
            <a:r>
              <a:t>分析要點 A</a:t>
            </a:r>
          </a:p>
          <a:p>
            <a:r>
              <a:t>分析要點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方面二</a:t>
            </a:r>
          </a:p>
          <a:p>
            <a:r>
              <a:t>分析要點 C</a:t>
            </a:r>
          </a:p>
          <a:p>
            <a:r>
              <a:t>分析要點 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結論與展望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核心要點回顧</a:t>
            </a:r>
          </a:p>
          <a:p>
            <a:r>
              <a:t>未來發展方向</a:t>
            </a:r>
          </a:p>
          <a:p>
            <a:r>
              <a:t>下一步行動計畫</a:t>
            </a:r>
          </a:p>
          <a:p>
            <a:r>
              <a:t>歡迎提問與討論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908_TF55705232.potx" id="{C2693DD5-6559-4F60-BB71-3DF0B32289E4}" vid="{FE5FC937-8F54-4BE4-8F9D-44E1A9D18C62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{5DE2F419-AD40-4967-A74C-8BD2D0DFEE43}tf55705232_win32</Template>
  <TotalTime>0</TotalTime>
  <Words>0</Words>
  <Application>Microsoft Macintosh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4" baseType="lpstr">
      <vt:lpstr>Calibri</vt:lpstr>
      <vt:lpstr>Goudy Old Style</vt:lpstr>
      <vt:lpstr>Wingdings 2</vt:lpstr>
      <vt:lpstr>SlateVTI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RickLiao</cp:lastModifiedBy>
  <cp:revision>2</cp:revision>
  <dcterms:created xsi:type="dcterms:W3CDTF">2023-03-07T11:58:14Z</dcterms:created>
  <dcterms:modified xsi:type="dcterms:W3CDTF">2026-02-17T16:49:31Z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