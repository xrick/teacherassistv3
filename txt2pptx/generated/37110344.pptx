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離散數學概論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基礎、應用與未來趨勢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核心概念與定義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離散數學研究離散結構，如集合、圖、代數系統。</a:t>
            </a:r>
          </a:p>
          <a:p>
            <a:r>
              <a:t>與連續數學相對，離散數學關注可數可列的對象。</a:t>
            </a:r>
          </a:p>
          <a:p>
            <a:r>
              <a:t>主要分支包括集合論、圖論、組合數學、抽象代數、資訊理論。</a:t>
            </a:r>
          </a:p>
          <a:p>
            <a:r>
              <a:t>離散結構是計算機科學、密碼學與運算理論的基礎。</a:t>
            </a:r>
          </a:p>
          <a:p>
            <a:r>
              <a:t>其方法涵蓋證明、算法設計與結構分析。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背景脈絡與重要性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起源於古希臘的集合與組合問題，後經代數與拓撲發展。</a:t>
            </a:r>
          </a:p>
          <a:p>
            <a:r>
              <a:t>隨著計算機興起，離散數學成為算法與數據結構的基礎。</a:t>
            </a:r>
          </a:p>
          <a:p>
            <a:r>
              <a:t>在資訊安全、通信、人工智慧等領域扮演關鍵角色。</a:t>
            </a:r>
          </a:p>
          <a:p>
            <a:r>
              <a:t>學術課程普遍包含離散數學，為理工科學生打下基礎。</a:t>
            </a:r>
          </a:p>
          <a:p>
            <a:r>
              <a:t>其跨學科特性促進了數學與工程的深度融合。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實際應用案例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資訊理論：信道容量計算與編碼設計。</a:t>
            </a:r>
          </a:p>
          <a:p>
            <a:r>
              <a:t>密碼學：RSA、ECC 等公鑰加密演算法。</a:t>
            </a:r>
          </a:p>
          <a:p>
            <a:r>
              <a:t>組合設計：實驗設計與錯誤檢測碼。</a:t>
            </a:r>
          </a:p>
          <a:p>
            <a:r>
              <a:t>圖論：網路路徑優化與社交網絡分析。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抽象代數：群論在晶體結構與量子計算中的應用。</a:t>
            </a:r>
          </a:p>
          <a:p>
            <a:r>
              <a:t>拓撲學：網路拓撲與資料可視化。</a:t>
            </a:r>
          </a:p>
          <a:p>
            <a:r>
              <a:t>運營研究：排程、供應鏈優化。</a:t>
            </a:r>
          </a:p>
          <a:p>
            <a:r>
              <a:t>博弈論：市場機制設計與策略分析。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複雜度高：大規模組合問題難以求解。</a:t>
            </a:r>
          </a:p>
          <a:p>
            <a:r>
              <a:t>抽象性強：初學者難以直觀理解。</a:t>
            </a:r>
          </a:p>
          <a:p>
            <a:r>
              <a:t>跨領域溝通：數學術語與工程實踐不一致。</a:t>
            </a:r>
          </a:p>
          <a:p>
            <a:r>
              <a:t>工具缺乏：專業軟體與教材不夠普及。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建議：引入可視化工具與交互式教材。</a:t>
            </a:r>
          </a:p>
          <a:p>
            <a:r>
              <a:t>建議：設計分層教學，從實例到抽象推導。</a:t>
            </a:r>
          </a:p>
          <a:p>
            <a:r>
              <a:t>建議：建立跨學科工作坊，促進術語對接。</a:t>
            </a:r>
          </a:p>
          <a:p>
            <a:r>
              <a:t>建議：開發開源軟體與案例庫，降低門檻。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未來趨勢與發展方向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量子計算：離散代數在量子演算法設計中的關鍵作用。</a:t>
            </a:r>
          </a:p>
          <a:p>
            <a:r>
              <a:t>人工智慧：離散結構用於圖神經網路與知識圖譜。</a:t>
            </a:r>
          </a:p>
          <a:p>
            <a:r>
              <a:t>大數據分析：離散方法在分佈式計算與資料清洗中的應用。</a:t>
            </a:r>
          </a:p>
          <a:p>
            <a:r>
              <a:t>教育技術：自適應學習平台將離散數學融入互動式課程。</a:t>
            </a:r>
          </a:p>
          <a:p>
            <a:r>
              <a:t>跨學科研究：與生物信息學、社會科學的結合將開啟新領域。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延伸思考與啟發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離散數學不僅是理論工具，更是創新引擎。</a:t>
            </a:r>
          </a:p>
          <a:p>
            <a:r>
              <a:t>跨領域合作將解鎖更多實務應用。</a:t>
            </a:r>
          </a:p>
          <a:p>
            <a:r>
              <a:t>教育模式的創新可促進離散數學普及。</a:t>
            </a:r>
          </a:p>
          <a:p>
            <a:r>
              <a:t>持續關注新興技術將保持離散數學的前沿地位。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Paket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2023-03-07T12:06:12Z</dcterms:created>
  <dcterms:modified xsi:type="dcterms:W3CDTF">2023-03-07T12:06:26Z</dcterms:modified>
</cp:coreProperties>
</file>