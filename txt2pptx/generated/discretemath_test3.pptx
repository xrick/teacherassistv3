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離散數學概論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離散數學概念與子領域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離散數學是研究離散結構（如整數、圖、集合）與離散運算（如加法、乘法、邏輯）之數學分支。</a:t>
            </a:r>
          </a:p>
          <a:p>
            <a:r>
              <a:t>主要子領域包括：離散微積分、差分方程、圖論、組合數學與離散優化。</a:t>
            </a:r>
          </a:p>
          <a:p>
            <a:r>
              <a:t>離散數學在計算機科學、資訊安全、數據分析等領域中扮演關鍵角色。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離散模型的計算優勢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離散模型在計算上能顯著簡化複雜問題，特別在雲端與大數據環境中需求日益增加。</a:t>
            </a:r>
          </a:p>
          <a:p>
            <a:r>
              <a:t>離散化可將連續問題轉化為可離散化的形式，降低計算複雜度。</a:t>
            </a:r>
          </a:p>
          <a:p>
            <a:r>
              <a:t>在雲端運算與大數據處理中，離散模型能有效縮短處理時間與降低成本。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實際案例：離散數學的關鍵應用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資料壓縮：離散傅立葉變換（DFT）與離散餘弦變換（DCT）可將影像與音訊資料壓縮至 10‑90% 之間。</a:t>
            </a:r>
          </a:p>
          <a:p>
            <a:r>
              <a:t>密碼學：離散對數問題（DLP）與離散對數基（DLP）為公鑰加密提供安全基礎。</a:t>
            </a:r>
          </a:p>
          <a:p>
            <a:r>
              <a:t>作業研究：離散微積分與差分方程可建模排程、物流與資源分配問題。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離散數學面臨的三大挑戰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離散與連續概念融合困難：離散化過程中需保留關鍵連續性特徵。</a:t>
            </a:r>
          </a:p>
          <a:p>
            <a:r>
              <a:t>計算複雜度升高：大規模離散模型往往需要高計算資源。</a:t>
            </a:r>
          </a:p>
          <a:p>
            <a:r>
              <a:t>教學資源不足：缺乏可操作性教材與實作工具。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解決策略：分層設計與形式驗證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採用分層設計：先建立集合基礎，以利後續擴充。</a:t>
            </a:r>
          </a:p>
          <a:p>
            <a:r>
              <a:t>結合離散微積分與差分方程：簡化模型並提升精度。</a:t>
            </a:r>
          </a:p>
          <a:p>
            <a:r>
              <a:t>透過形式驗證：提升程式正確性與可靠度。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離散數學效能指標（量化數據）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離散化模型可降低 30%–50% 計算成本。</a:t>
            </a:r>
          </a:p>
          <a:p>
            <a:r>
              <a:t>離散微積分與差分方程結合可縮短 20%–40% 處理時間。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結語：離散數學的未來與合作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離散數學將持續驅動雲端與大數據創新。</a:t>
            </a:r>
          </a:p>
          <a:p>
            <a:r>
              <a:t>跨領域合作是突破計算瓶頸的關鍵。</a:t>
            </a:r>
          </a:p>
          <a:p>
            <a:r>
              <a:t>鼓勵學者與工程師共創實用離散工具。</a:t>
            </a:r>
          </a:p>
          <a:p>
            <a:r>
              <a:t>學習離散微積分與差分方程以應對未來挑戰。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rganisch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3" baseType="lpstr">
      <vt:lpstr>Arial</vt:lpstr>
      <vt:lpstr>Garamond</vt:lpstr>
      <vt:lpstr>Organisch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Käch, Timon</cp:lastModifiedBy>
  <cp:revision>1</cp:revision>
  <dcterms:created xsi:type="dcterms:W3CDTF">2023-03-07T12:04:32Z</dcterms:created>
  <dcterms:modified xsi:type="dcterms:W3CDTF">2023-03-07T12:04:45Z</dcterms:modified>
</cp:coreProperties>
</file>