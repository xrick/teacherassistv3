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地緣政治學概論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從理論到實務的演進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學科背景與源起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CCFBF1"/>
                </a:solidFill>
                <a:latin typeface="Calibri Light"/>
              </a:defRPr>
            </a:pPr>
            <a:r>
              <a:t>源自地理與政治交互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地緣政治學定義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探討地理如何影響政治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結合人文地理與自然地理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服務軍事與外交決策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創興者與核心概念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創興者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拉采爾：國家有機體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契倫：首創地緣政治概念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斯皮克曼：邊緣地帶學說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核心概念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海權：海上力量主導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陸權：陸上樞紐決定權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空權：天空控制關鍵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海權論 vs 陸權論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海權論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馬漢：海權決定國家命運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英國海軍霸權為例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戰略持續海上自由</a:t>
            </a:r>
          </a:p>
        </p:txBody>
      </p:sp>
      <p:sp>
        <p:nvSpPr>
          <p:cNvPr id="8" name="Oval 7"/>
          <p:cNvSpPr/>
          <p:nvPr/>
        </p:nvSpPr>
        <p:spPr>
          <a:xfrm>
            <a:off x="5729630" y="329184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9630" y="3383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 Light"/>
              </a:defRPr>
            </a:pPr>
            <a: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1645920"/>
            <a:ext cx="49377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22415" y="1645920"/>
            <a:ext cx="4937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415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陸權論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8175" y="23774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麥金德：心臟地帶為核心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征服東歐即掌控世界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後世改稱世界島心臟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A futuristic air force base over a snowy Arctic landscape, high-tech aircraft, dramatic sky.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空權論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杜黑：天路即最短距離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空軍決定戰爭命運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北極區域爭奪制空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學術與實務應用概況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19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5401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國際期刊文章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123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5123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005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5123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4,500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123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國際會議論文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62609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2,000,000,000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軍事預算（USD）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331" y="2011680"/>
            <a:ext cx="2407843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331" y="2011680"/>
            <a:ext cx="2407843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36213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331" y="3200400"/>
            <a:ext cx="24078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331" y="4206240"/>
            <a:ext cx="2407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主要戰爭案例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結論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地緣政治理論構建國際關係視角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從海到空的多維戰略分析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實務應用於軍事與外交策劃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