
<file path=[Content_Types].xml><?xml version="1.0" encoding="utf-8"?>
<Types xmlns="http://schemas.openxmlformats.org/package/2006/content-types"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handoutMasters/handoutMaster1.xml" ContentType="application/vnd.openxmlformats-officedocument.presentationml.handoutMaster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theme/theme3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746" r:id="rId1"/>
  </p:sldMasterIdLst>
  <p:notesMasterIdLst>
    <p:notesMasterId r:id="rId2"/>
  </p:notesMasterIdLst>
  <p:handoutMasterIdLst>
    <p:handoutMasterId r:id="rId3"/>
  </p:handoutMasterIdLst>
  <p:sldIdLst>
    <p:sldId id="256" r:id="rId8"/>
    <p:sldId id="257" r:id="rId9"/>
    <p:sldId id="258" r:id="rId10"/>
  </p:sldIdLst>
  <p:sldSz cx="12192000" cy="6858000"/>
  <p:notesSz cx="6858000" cy="9144000"/>
  <p:defaultTextStyle>
    <a:defPPr rtl="0">
      <a:defRPr lang="de-de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  <p:ext uri="{2D200454-40CA-4A62-9FC3-DE9A4176ACB9}">
      <p15:notes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9BA8B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32767"/>
    </p:ext>
    <p:ext uri="{FD5EFAAD-0ECE-453E-9831-46B23BE46B34}">
      <p15:chartTrackingRefBased xmlns:p15="http://schemas.microsoft.com/office/powerpoint/2012/main"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14995" autoAdjust="0"/>
    <p:restoredTop sz="94660"/>
  </p:normalViewPr>
  <p:slideViewPr>
    <p:cSldViewPr snapToGrid="0">
      <p:cViewPr varScale="1">
        <p:scale>
          <a:sx n="111" d="100"/>
          <a:sy n="111" d="100"/>
        </p:scale>
        <p:origin x="594" y="9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notesViewPr>
    <p:cSldViewPr snapToGrid="0">
      <p:cViewPr varScale="1">
        <p:scale>
          <a:sx n="120" d="100"/>
          <a:sy n="120" d="100"/>
        </p:scale>
        <p:origin x="5040" y="108"/>
      </p:cViewPr>
      <p:guideLst/>
    </p:cSldViewPr>
  </p:notesViewPr>
  <p:gridSpacing cx="72008" cy="72008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notesMaster" Target="notesMasters/notesMaster1.xml"/><Relationship Id="rId3" Type="http://schemas.openxmlformats.org/officeDocument/2006/relationships/handoutMaster" Target="handoutMasters/handoutMaster1.xml"/><Relationship Id="rId4" Type="http://schemas.openxmlformats.org/officeDocument/2006/relationships/presProps" Target="presProps.xml"/><Relationship Id="rId5" Type="http://schemas.openxmlformats.org/officeDocument/2006/relationships/viewProps" Target="viewProps.xml"/><Relationship Id="rId6" Type="http://schemas.openxmlformats.org/officeDocument/2006/relationships/theme" Target="theme/theme1.xml"/><Relationship Id="rId7" Type="http://schemas.openxmlformats.org/officeDocument/2006/relationships/tableStyles" Target="tableStyles.xml"/><Relationship Id="rId8" Type="http://schemas.openxmlformats.org/officeDocument/2006/relationships/slide" Target="slides/slide1.xml"/><Relationship Id="rId9" Type="http://schemas.openxmlformats.org/officeDocument/2006/relationships/slide" Target="slides/slide2.xml"/><Relationship Id="rId10" Type="http://schemas.openxmlformats.org/officeDocument/2006/relationships/slide" Target="slides/slide3.xml"/></Relationships>
</file>

<file path=ppt/handoutMasters/_rels/handout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sz="quarter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7260543F-C6AC-4A94-9181-2A0B47128E40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4" name="Fußzeilenplatzhalter 3"/>
          <p:cNvSpPr>
            <a:spLocks noGrp="1"/>
          </p:cNvSpPr>
          <p:nvPr>
            <p:ph type="ftr" sz="quarter" idx="2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5" name="Foliennummernplatzhalter 4"/>
          <p:cNvSpPr>
            <a:spLocks noGrp="1"/>
          </p:cNvSpPr>
          <p:nvPr>
            <p:ph type="sldNum" sz="quarter" idx="3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ED92CB86-0DB9-4A70-B1CF-B23508471F6B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663557642"/>
      </p:ext>
    </p:extLst>
  </p:cSld>
  <p:clrMap bg1="lt1" tx1="dk1" bg2="lt2" tx2="dk2" accent1="accent1" accent2="accent2" accent3="accent3" accent4="accent4" accent5="accent5" accent6="accent6" hlink="hlink" folHlink="folHlink"/>
  <p:hf hdr="0" ftr="0"/>
</p:handoutMaster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Kopfzeilenplatzhalt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3" name="Datumsplatzhalt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8788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pPr rtl="0"/>
            <a:fld id="{BB4411EF-09CB-4E62-A9ED-59F7AB2BB401}" type="datetime1">
              <a:rPr lang="de-DE" smtClean="0"/>
              <a:t>07.03.2023</a:t>
            </a:fld>
            <a:endParaRPr lang="en-US"/>
          </a:p>
        </p:txBody>
      </p:sp>
      <p:sp>
        <p:nvSpPr>
          <p:cNvPr id="4" name="Folienbildplatzhalter 3"/>
          <p:cNvSpPr>
            <a:spLocks noGrp="1" noRot="1" noChangeAspect="1"/>
          </p:cNvSpPr>
          <p:nvPr>
            <p:ph type="sldImg" idx="2"/>
          </p:nvPr>
        </p:nvSpPr>
        <p:spPr>
          <a:xfrm>
            <a:off x="685800" y="1143000"/>
            <a:ext cx="5486400" cy="30861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pPr rtl="0"/>
            <a:endParaRPr lang="en-US"/>
          </a:p>
        </p:txBody>
      </p:sp>
      <p:sp>
        <p:nvSpPr>
          <p:cNvPr id="5" name="Notizenplatzhalter 4"/>
          <p:cNvSpPr>
            <a:spLocks noGrp="1"/>
          </p:cNvSpPr>
          <p:nvPr>
            <p:ph type="body" sz="quarter" idx="3"/>
          </p:nvPr>
        </p:nvSpPr>
        <p:spPr>
          <a:xfrm>
            <a:off x="685800" y="4400550"/>
            <a:ext cx="5486400" cy="360045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 rtl="0"/>
            <a:r>
              <a:rPr lang="de"/>
              <a:t>Textmasterformate durch Klicken bearbeiten</a:t>
            </a:r>
            <a:endParaRPr lang="en-US"/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pPr rtl="0"/>
            <a:endParaRPr lang="en-US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8787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pPr rtl="0"/>
            <a:fld id="{9C2B151B-D7D1-48E5-8230-5AADBC794F88}" type="slidenum">
              <a:rPr lang="en-US" smtClean="0"/>
              <a:t>‹Nr.›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3859278"/>
      </p:ext>
    </p:extLst>
  </p:cSld>
  <p:clrMap bg1="lt1" tx1="dk1" bg2="lt2" tx2="dk2" accent1="accent1" accent2="accent2" accent3="accent3" accent4="accent4" accent5="accent5" accent6="accent6" hlink="hlink" folHlink="folHlink"/>
  <p:hf hdr="0" ftr="0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title" preserve="1">
  <p:cSld name="Titelfoli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39E3965E-AC41-4711-9D10-E25ABB132D86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ctrTitle"/>
          </p:nvPr>
        </p:nvSpPr>
        <p:spPr>
          <a:xfrm>
            <a:off x="1097280" y="758952"/>
            <a:ext cx="10058400" cy="3566160"/>
          </a:xfrm>
        </p:spPr>
        <p:txBody>
          <a:bodyPr rtlCol="0" anchor="b">
            <a:normAutofit/>
          </a:bodyPr>
          <a:lstStyle>
            <a:lvl1pPr algn="l">
              <a:lnSpc>
                <a:spcPct val="90000"/>
              </a:lnSpc>
              <a:defRPr sz="8000" spc="-50" baseline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Untertitel 2"/>
          <p:cNvSpPr>
            <a:spLocks noGrp="1"/>
          </p:cNvSpPr>
          <p:nvPr>
            <p:ph type="subTitle" idx="1"/>
          </p:nvPr>
        </p:nvSpPr>
        <p:spPr>
          <a:xfrm>
            <a:off x="1100051" y="4645152"/>
            <a:ext cx="10058400" cy="1143000"/>
          </a:xfrm>
        </p:spPr>
        <p:txBody>
          <a:bodyPr lIns="91440" rIns="91440" rtlCol="0">
            <a:normAutofit/>
          </a:bodyPr>
          <a:lstStyle>
            <a:lvl1pPr marL="0" indent="0" algn="l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 algn="ctr">
              <a:buNone/>
              <a:defRPr sz="2400"/>
            </a:lvl2pPr>
            <a:lvl3pPr marL="914400" indent="0" algn="ctr">
              <a:buNone/>
              <a:defRPr sz="2400"/>
            </a:lvl3pPr>
            <a:lvl4pPr marL="1371600" indent="0" algn="ctr">
              <a:buNone/>
              <a:defRPr sz="2000"/>
            </a:lvl4pPr>
            <a:lvl5pPr marL="1828800" indent="0" algn="ctr">
              <a:buNone/>
              <a:defRPr sz="2000"/>
            </a:lvl5pPr>
            <a:lvl6pPr marL="2286000" indent="0" algn="ctr">
              <a:buNone/>
              <a:defRPr sz="2000"/>
            </a:lvl6pPr>
            <a:lvl7pPr marL="2743200" indent="0" algn="ctr">
              <a:buNone/>
              <a:defRPr sz="2000"/>
            </a:lvl7pPr>
            <a:lvl8pPr marL="3200400" indent="0" algn="ctr">
              <a:buNone/>
              <a:defRPr sz="2000"/>
            </a:lvl8pPr>
            <a:lvl9pPr marL="3657600" indent="0" algn="ctr">
              <a:buNone/>
              <a:defRPr sz="2000"/>
            </a:lvl9pPr>
          </a:lstStyle>
          <a:p>
            <a:pPr rtl="0"/>
            <a:r>
              <a:rPr lang="de-DE"/>
              <a:t>Master-Untertitelformat bearbeiten</a:t>
            </a:r>
            <a:endParaRPr lang="en-US" dirty="0"/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1F5DC8C3-BA5F-4EED-BB9A-A14272BD82A1}"/>
              </a:ext>
            </a:extLst>
          </p:cNvPr>
          <p:cNvCxnSpPr/>
          <p:nvPr/>
        </p:nvCxnSpPr>
        <p:spPr>
          <a:xfrm>
            <a:off x="1207658" y="4474741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" name="Datumsplatzhalter 3">
            <a:extLst>
              <a:ext uri="{FF2B5EF4-FFF2-40B4-BE49-F238E27FC236}">
                <a16:creationId xmlns:a16="http://schemas.microsoft.com/office/drawing/2014/main" id="{9925CCF1-92C0-4AF3-BFAF-4921631915AB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D058F8EF-9461-4DB5-8DE8-65F0C8AF5E0D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5" name="Fußzeilenplatzhalter 4">
            <a:extLst>
              <a:ext uri="{FF2B5EF4-FFF2-40B4-BE49-F238E27FC236}">
                <a16:creationId xmlns:a16="http://schemas.microsoft.com/office/drawing/2014/main" id="{051A78A9-3DFF-4937-A9F2-5D8CF495F36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6" name="Foliennummernplatzhalter 5">
            <a:extLst>
              <a:ext uri="{FF2B5EF4-FFF2-40B4-BE49-F238E27FC236}">
                <a16:creationId xmlns:a16="http://schemas.microsoft.com/office/drawing/2014/main" id="{5FAEB271-5CC0-4759-BC6E-8BE53AB227C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8331492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el und Inhal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/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354D8B55-9EA8-4B81-8E84-9B93B0A27559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CA5E3BD6-493E-4773-AC13-EE70A9E3F498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062CA021-2578-47CB-822C-BDDFF7223B28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C4AAB51D-4141-4682-9375-DAFD5FB9DD1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92670607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secHead" preserve="1">
  <p:cSld name="Abschnittsüberschrift"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585C21A-8B93-4657-B5DF-7EAEAD3BE127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80" y="758952"/>
            <a:ext cx="10058400" cy="3566160"/>
          </a:xfrm>
        </p:spPr>
        <p:txBody>
          <a:bodyPr rtlCol="0" anchor="b" anchorCtr="0">
            <a:normAutofit/>
          </a:bodyPr>
          <a:lstStyle>
            <a:lvl1pPr>
              <a:lnSpc>
                <a:spcPct val="90000"/>
              </a:lnSpc>
              <a:defRPr sz="8000" b="0">
                <a:solidFill>
                  <a:schemeClr val="tx1">
                    <a:lumMod val="85000"/>
                    <a:lumOff val="15000"/>
                  </a:schemeClr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4663440"/>
            <a:ext cx="10058400" cy="1143000"/>
          </a:xfrm>
        </p:spPr>
        <p:txBody>
          <a:bodyPr lIns="91440" rIns="91440" rtlCol="0" anchor="t" anchorCtr="0">
            <a:normAutofit/>
          </a:bodyPr>
          <a:lstStyle>
            <a:lvl1pPr marL="0" indent="0">
              <a:buNone/>
              <a:defRPr sz="2400" cap="all" spc="200" baseline="0">
                <a:solidFill>
                  <a:schemeClr val="tx1"/>
                </a:solidFill>
                <a:latin typeface="+mn-lt"/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cxnSp>
        <p:nvCxnSpPr>
          <p:cNvPr id="9" name="Gerader Verbinder 8">
            <a:extLst>
              <a:ext uri="{FF2B5EF4-FFF2-40B4-BE49-F238E27FC236}">
                <a16:creationId xmlns:a16="http://schemas.microsoft.com/office/drawing/2014/main" id="{459DE2C1-4C52-40A3-8959-27B2C1BEBFF6}"/>
              </a:ext>
            </a:extLst>
          </p:cNvPr>
          <p:cNvCxnSpPr/>
          <p:nvPr/>
        </p:nvCxnSpPr>
        <p:spPr>
          <a:xfrm>
            <a:off x="1207658" y="4485132"/>
            <a:ext cx="987552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AF2E137-EC28-48F8-9198-1F02539029B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EE6A76B-C923-49BD-ABE7-ADE768C6F571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189422CD-6F62-4DD6-89EF-07A60B42D219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1" name="Foliennummernplatzhalter 10">
            <a:extLst>
              <a:ext uri="{FF2B5EF4-FFF2-40B4-BE49-F238E27FC236}">
                <a16:creationId xmlns:a16="http://schemas.microsoft.com/office/drawing/2014/main" id="{69C6AFF8-42B4-4D05-969B-9F5FB3355555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304162564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Zwei Inhalt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Titel 7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sz="half" idx="1"/>
          </p:nvPr>
        </p:nvSpPr>
        <p:spPr>
          <a:xfrm>
            <a:off x="1097280" y="2120900"/>
            <a:ext cx="4639736" cy="3748193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6515944" y="2120900"/>
            <a:ext cx="4639736" cy="3748194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5782D47D-B0DC-4C40-BCC6-BBBA32584A38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4CD334EC-5459-4A98-AF88-01FD6D7BAF68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9" name="Fußzeilenplatzhalter 8">
            <a:extLst>
              <a:ext uri="{FF2B5EF4-FFF2-40B4-BE49-F238E27FC236}">
                <a16:creationId xmlns:a16="http://schemas.microsoft.com/office/drawing/2014/main" id="{4690D34E-7EBD-44B2-83CA-4C126A18D7E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2AC511A1-9BBD-42DE-92FB-2AF44F8E97A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42566630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Vergleich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Titel 9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</p:spPr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4" name="Inhaltsplatzhalter 3"/>
          <p:cNvSpPr>
            <a:spLocks noGrp="1"/>
          </p:cNvSpPr>
          <p:nvPr>
            <p:ph sz="half" idx="2"/>
          </p:nvPr>
        </p:nvSpPr>
        <p:spPr>
          <a:xfrm>
            <a:off x="1097280" y="2958274"/>
            <a:ext cx="4639736" cy="291082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5" name="Textplatzhalter 4"/>
          <p:cNvSpPr>
            <a:spLocks noGrp="1"/>
          </p:cNvSpPr>
          <p:nvPr>
            <p:ph type="body" sz="quarter" idx="3"/>
          </p:nvPr>
        </p:nvSpPr>
        <p:spPr>
          <a:xfrm>
            <a:off x="6515944" y="2057400"/>
            <a:ext cx="4639736" cy="736282"/>
          </a:xfrm>
        </p:spPr>
        <p:txBody>
          <a:bodyPr lIns="91440" rIns="91440" rtlCol="0" anchor="ctr">
            <a:normAutofit/>
          </a:bodyPr>
          <a:lstStyle>
            <a:lvl1pPr marL="0" indent="0">
              <a:buNone/>
              <a:defRPr sz="2000" b="0" cap="all" baseline="0">
                <a:solidFill>
                  <a:schemeClr val="tx1"/>
                </a:solidFill>
              </a:defRPr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6" name="Inhaltsplatzhalter 5"/>
          <p:cNvSpPr>
            <a:spLocks noGrp="1"/>
          </p:cNvSpPr>
          <p:nvPr>
            <p:ph sz="quarter" idx="4"/>
          </p:nvPr>
        </p:nvSpPr>
        <p:spPr>
          <a:xfrm>
            <a:off x="6515944" y="2958273"/>
            <a:ext cx="4639736" cy="2910821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8AF8A515-AA94-45D1-9223-5C2272618D85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62F56688-ED28-473C-871E-9EEF4BB0D1F0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11" name="Fußzeilenplatzhalter 10">
            <a:extLst>
              <a:ext uri="{FF2B5EF4-FFF2-40B4-BE49-F238E27FC236}">
                <a16:creationId xmlns:a16="http://schemas.microsoft.com/office/drawing/2014/main" id="{D052F5BC-98E0-4D60-AD67-9547738B7DD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2" name="Foliennummernplatzhalter 11">
            <a:extLst>
              <a:ext uri="{FF2B5EF4-FFF2-40B4-BE49-F238E27FC236}">
                <a16:creationId xmlns:a16="http://schemas.microsoft.com/office/drawing/2014/main" id="{A38552DC-952E-41EA-AAAF-C2187523C0B0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3068194699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Nur Titel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6" name="Datumsplatzhalter 5">
            <a:extLst>
              <a:ext uri="{FF2B5EF4-FFF2-40B4-BE49-F238E27FC236}">
                <a16:creationId xmlns:a16="http://schemas.microsoft.com/office/drawing/2014/main" id="{7392073F-158F-44A3-8913-917AFFC1BC20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9110680-7D80-41F3-804A-113A4CB11D73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7" name="Fußzeilenplatzhalter 6">
            <a:extLst>
              <a:ext uri="{FF2B5EF4-FFF2-40B4-BE49-F238E27FC236}">
                <a16:creationId xmlns:a16="http://schemas.microsoft.com/office/drawing/2014/main" id="{EED72207-24CA-42B7-A975-2F8E41CBA904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8" name="Foliennummernplatzhalter 7">
            <a:extLst>
              <a:ext uri="{FF2B5EF4-FFF2-40B4-BE49-F238E27FC236}">
                <a16:creationId xmlns:a16="http://schemas.microsoft.com/office/drawing/2014/main" id="{D01080F2-251A-4B88-9A62-16F46D724F83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811860513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blank" preserve="1">
  <p:cSld name="Le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Rechteck 9">
            <a:extLst>
              <a:ext uri="{FF2B5EF4-FFF2-40B4-BE49-F238E27FC236}">
                <a16:creationId xmlns:a16="http://schemas.microsoft.com/office/drawing/2014/main" id="{A8E9C91B-7EAD-4562-AB0E-DFB9663AECE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Datumsplatzhalter 1">
            <a:extLst>
              <a:ext uri="{FF2B5EF4-FFF2-40B4-BE49-F238E27FC236}">
                <a16:creationId xmlns:a16="http://schemas.microsoft.com/office/drawing/2014/main" id="{94E9223F-721F-47BF-9FD5-0F8D12FF0DE1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7E7F7112-C41D-45A5-B762-BC15064583EE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3" name="Fußzeilenplatzhalter 2">
            <a:extLst>
              <a:ext uri="{FF2B5EF4-FFF2-40B4-BE49-F238E27FC236}">
                <a16:creationId xmlns:a16="http://schemas.microsoft.com/office/drawing/2014/main" id="{05915714-6BBA-4593-8591-4E26F7D58D9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4" name="Foliennummernplatzhalter 3">
            <a:extLst>
              <a:ext uri="{FF2B5EF4-FFF2-40B4-BE49-F238E27FC236}">
                <a16:creationId xmlns:a16="http://schemas.microsoft.com/office/drawing/2014/main" id="{BE06F857-D2E1-44DD-ABDD-EBB739645B67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2001422672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objTx" preserve="1">
  <p:cSld name="Inhalt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16D90D66-BCB9-4229-A829-628874352AC0}"/>
              </a:ext>
            </a:extLst>
          </p:cNvPr>
          <p:cNvSpPr/>
          <p:nvPr/>
        </p:nvSpPr>
        <p:spPr>
          <a:xfrm>
            <a:off x="16" y="0"/>
            <a:ext cx="4654296" cy="68580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643466" y="786383"/>
            <a:ext cx="3517567" cy="2093975"/>
          </a:xfrm>
        </p:spPr>
        <p:txBody>
          <a:bodyPr rtlCol="0" anchor="b">
            <a:normAutofit/>
          </a:bodyPr>
          <a:lstStyle>
            <a:lvl1pPr>
              <a:lnSpc>
                <a:spcPct val="90000"/>
              </a:lnSpc>
              <a:defRPr sz="31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Inhaltsplatzhalter 2"/>
          <p:cNvSpPr>
            <a:spLocks noGrp="1"/>
          </p:cNvSpPr>
          <p:nvPr>
            <p:ph idx="1"/>
          </p:nvPr>
        </p:nvSpPr>
        <p:spPr>
          <a:xfrm>
            <a:off x="5458984" y="812799"/>
            <a:ext cx="5928344" cy="5294757"/>
          </a:xfrm>
        </p:spPr>
        <p:txBody>
          <a:bodyPr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643465" y="3043050"/>
            <a:ext cx="3517567" cy="3064505"/>
          </a:xfrm>
        </p:spPr>
        <p:txBody>
          <a:bodyPr lIns="91440" rIns="91440" rtlCol="0">
            <a:normAutofit/>
          </a:bodyPr>
          <a:lstStyle>
            <a:lvl1pPr marL="0" indent="0"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>
          <a:xfrm>
            <a:off x="643464" y="6446520"/>
            <a:ext cx="3517568" cy="365125"/>
          </a:xfrm>
        </p:spPr>
        <p:txBody>
          <a:bodyPr rtlCol="0"/>
          <a:lstStyle>
            <a:lvl1pPr algn="l">
              <a:defRPr/>
            </a:lvl1pPr>
          </a:lstStyle>
          <a:p>
            <a:pPr rtl="0"/>
            <a:fld id="{1CFE5CD5-4320-48E9-85AB-4E68C78D0837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5458983" y="6446520"/>
            <a:ext cx="5334019" cy="365125"/>
          </a:xfrm>
        </p:spPr>
        <p:txBody>
          <a:bodyPr rtlCol="0"/>
          <a:lstStyle>
            <a:lvl1pPr algn="l">
              <a:defRPr>
                <a:solidFill>
                  <a:schemeClr val="tx2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>
            <a:lvl1pPr>
              <a:defRPr>
                <a:solidFill>
                  <a:schemeClr val="tx2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pPr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933282235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picTx" preserve="1">
  <p:cSld name="Bild mit Beschriftung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hteck 7">
            <a:extLst>
              <a:ext uri="{FF2B5EF4-FFF2-40B4-BE49-F238E27FC236}">
                <a16:creationId xmlns:a16="http://schemas.microsoft.com/office/drawing/2014/main" id="{DA134939-39C0-4522-A125-A13DFDA66490}"/>
              </a:ext>
            </a:extLst>
          </p:cNvPr>
          <p:cNvSpPr/>
          <p:nvPr/>
        </p:nvSpPr>
        <p:spPr>
          <a:xfrm>
            <a:off x="0" y="4578350"/>
            <a:ext cx="12188825" cy="227965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3" name="Bildplatzhalter 2"/>
          <p:cNvSpPr>
            <a:spLocks noGrp="1" noChangeAspect="1"/>
          </p:cNvSpPr>
          <p:nvPr>
            <p:ph type="pic" idx="1"/>
          </p:nvPr>
        </p:nvSpPr>
        <p:spPr>
          <a:xfrm>
            <a:off x="15" y="0"/>
            <a:ext cx="12191985" cy="4578350"/>
          </a:xfrm>
          <a:solidFill>
            <a:schemeClr val="bg1">
              <a:lumMod val="85000"/>
            </a:schemeClr>
          </a:solidFill>
        </p:spPr>
        <p:txBody>
          <a:bodyPr lIns="457200" tIns="457200" rtlCol="0" anchor="t"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pPr rtl="0"/>
            <a:r>
              <a:rPr lang="de-DE"/>
              <a:t>Bild durch Klicken auf Symbol hinzufügen</a:t>
            </a:r>
            <a:endParaRPr lang="en-US" dirty="0"/>
          </a:p>
        </p:txBody>
      </p:sp>
      <p:sp>
        <p:nvSpPr>
          <p:cNvPr id="2" name="Titel 1"/>
          <p:cNvSpPr>
            <a:spLocks noGrp="1"/>
          </p:cNvSpPr>
          <p:nvPr>
            <p:ph type="title"/>
          </p:nvPr>
        </p:nvSpPr>
        <p:spPr>
          <a:xfrm>
            <a:off x="1097279" y="4799362"/>
            <a:ext cx="10113645" cy="743682"/>
          </a:xfrm>
        </p:spPr>
        <p:txBody>
          <a:bodyPr tIns="0" bIns="0" rtlCol="0" anchor="b">
            <a:noAutofit/>
          </a:bodyPr>
          <a:lstStyle>
            <a:lvl1pPr>
              <a:defRPr sz="3600" b="0">
                <a:solidFill>
                  <a:srgbClr val="FFFFFF"/>
                </a:solidFill>
              </a:defRPr>
            </a:lvl1pPr>
          </a:lstStyle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4" name="Textplatzhalter 3"/>
          <p:cNvSpPr>
            <a:spLocks noGrp="1"/>
          </p:cNvSpPr>
          <p:nvPr>
            <p:ph type="body" sz="half" idx="2"/>
          </p:nvPr>
        </p:nvSpPr>
        <p:spPr>
          <a:xfrm>
            <a:off x="1097279" y="5715000"/>
            <a:ext cx="10113264" cy="609600"/>
          </a:xfrm>
        </p:spPr>
        <p:txBody>
          <a:bodyPr lIns="91440" tIns="0" rIns="91440" bIns="0" rtlCol="0">
            <a:normAutofit/>
          </a:bodyPr>
          <a:lstStyle>
            <a:lvl1pPr marL="0" indent="0">
              <a:spcBef>
                <a:spcPts val="0"/>
              </a:spcBef>
              <a:spcAft>
                <a:spcPts val="600"/>
              </a:spcAft>
              <a:buNone/>
              <a:defRPr sz="1800">
                <a:solidFill>
                  <a:srgbClr val="FFFFFF"/>
                </a:solidFill>
              </a:defRPr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 rtl="0"/>
            <a:r>
              <a:rPr lang="de-DE"/>
              <a:t>Mastertextformat bearbeiten</a:t>
            </a:r>
          </a:p>
        </p:txBody>
      </p:sp>
      <p:sp>
        <p:nvSpPr>
          <p:cNvPr id="5" name="Datumsplatzhalter 4"/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>
            <a:lvl1pPr>
              <a:defRPr/>
            </a:lvl1pPr>
          </a:lstStyle>
          <a:p>
            <a:pPr rtl="0"/>
            <a:fld id="{4B989E5A-44CF-486A-A324-E4C01361A073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6" name="Fußzeilenplatzhalter 5"/>
          <p:cNvSpPr>
            <a:spLocks noGrp="1"/>
          </p:cNvSpPr>
          <p:nvPr>
            <p:ph type="ftr" sz="quarter" idx="11"/>
          </p:nvPr>
        </p:nvSpPr>
        <p:spPr>
          <a:xfrm>
            <a:off x="1097279" y="6446838"/>
            <a:ext cx="6818262" cy="365125"/>
          </a:xfrm>
        </p:spPr>
        <p:txBody>
          <a:bodyPr rtlCol="0"/>
          <a:lstStyle/>
          <a:p>
            <a:pPr algn="l" rtl="0"/>
            <a:endParaRPr lang="en-US" dirty="0"/>
          </a:p>
        </p:txBody>
      </p:sp>
      <p:sp>
        <p:nvSpPr>
          <p:cNvPr id="7" name="Foliennummernplatzhalter 6"/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523267730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el und vertikaler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el 1"/>
          <p:cNvSpPr>
            <a:spLocks noGrp="1"/>
          </p:cNvSpPr>
          <p:nvPr>
            <p:ph type="title"/>
          </p:nvPr>
        </p:nvSpPr>
        <p:spPr/>
        <p:txBody>
          <a:bodyPr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/>
        <p:txBody>
          <a:bodyPr vert="eaVert" lIns="45720" tIns="0" rIns="45720" bIns="0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7D5506EE-1026-4F35-9ACC-BD05BE0F9B36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A4B84E5B-C9E8-4DB6-BA34-0E271B709DFA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B7696E5F-8D95-4450-AE52-5438E6EDE2BF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9" name="Foliennummernplatzhalter 8">
            <a:extLst>
              <a:ext uri="{FF2B5EF4-FFF2-40B4-BE49-F238E27FC236}">
                <a16:creationId xmlns:a16="http://schemas.microsoft.com/office/drawing/2014/main" id="{999B2253-74CC-409E-BEB0-F8EFCFCB5629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1672269861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type="vertTitleAndTx" preserve="1">
  <p:cSld name="Vertikaler Titel u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Rechteck 8">
            <a:extLst>
              <a:ext uri="{FF2B5EF4-FFF2-40B4-BE49-F238E27FC236}">
                <a16:creationId xmlns:a16="http://schemas.microsoft.com/office/drawing/2014/main" id="{E1B68A5B-D9FA-424B-A4EB-30E7223836B3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Vertikaler Titel 1"/>
          <p:cNvSpPr>
            <a:spLocks noGrp="1"/>
          </p:cNvSpPr>
          <p:nvPr>
            <p:ph type="title" orient="vert"/>
          </p:nvPr>
        </p:nvSpPr>
        <p:spPr>
          <a:xfrm>
            <a:off x="8724900" y="412302"/>
            <a:ext cx="2628900" cy="5759898"/>
          </a:xfrm>
        </p:spPr>
        <p:txBody>
          <a:bodyPr vert="eaVert" rtlCol="0"/>
          <a:lstStyle/>
          <a:p>
            <a:pPr rtl="0"/>
            <a:r>
              <a:rPr lang="de-DE"/>
              <a:t>Mastertitelformat bearbeiten</a:t>
            </a:r>
            <a:endParaRPr lang="en-US" dirty="0"/>
          </a:p>
        </p:txBody>
      </p:sp>
      <p:sp>
        <p:nvSpPr>
          <p:cNvPr id="3" name="Vertikaler Textplatzhalter 2"/>
          <p:cNvSpPr>
            <a:spLocks noGrp="1"/>
          </p:cNvSpPr>
          <p:nvPr>
            <p:ph type="body" orient="vert" idx="1"/>
          </p:nvPr>
        </p:nvSpPr>
        <p:spPr>
          <a:xfrm>
            <a:off x="838200" y="412302"/>
            <a:ext cx="7734300" cy="5759898"/>
          </a:xfrm>
        </p:spPr>
        <p:txBody>
          <a:bodyPr vert="eaVert" lIns="45720" tIns="0" rIns="45720" bIns="0" rtlCol="0"/>
          <a:lstStyle/>
          <a:p>
            <a:pPr lvl="0" rtl="0"/>
            <a:r>
              <a:rPr lang="de-DE"/>
              <a:t>Mastertextformat bearbeiten</a:t>
            </a:r>
          </a:p>
          <a:p>
            <a:pPr lvl="1" rtl="0"/>
            <a:r>
              <a:rPr lang="de-DE"/>
              <a:t>Zweite Ebene</a:t>
            </a:r>
          </a:p>
          <a:p>
            <a:pPr lvl="2" rtl="0"/>
            <a:r>
              <a:rPr lang="de-DE"/>
              <a:t>Dritte Ebene</a:t>
            </a:r>
          </a:p>
          <a:p>
            <a:pPr lvl="3" rtl="0"/>
            <a:r>
              <a:rPr lang="de-DE"/>
              <a:t>Vierte Ebene</a:t>
            </a:r>
          </a:p>
          <a:p>
            <a:pPr lvl="4" rtl="0"/>
            <a:r>
              <a:rPr lang="de-DE"/>
              <a:t>Fünfte Ebene</a:t>
            </a:r>
            <a:endParaRPr lang="en-US" dirty="0"/>
          </a:p>
        </p:txBody>
      </p:sp>
      <p:sp>
        <p:nvSpPr>
          <p:cNvPr id="7" name="Datumsplatzhalter 6">
            <a:extLst>
              <a:ext uri="{FF2B5EF4-FFF2-40B4-BE49-F238E27FC236}">
                <a16:creationId xmlns:a16="http://schemas.microsoft.com/office/drawing/2014/main" id="{AF33D6B0-F070-45C4-A472-19F432BE3932}"/>
              </a:ext>
            </a:extLst>
          </p:cNvPr>
          <p:cNvSpPr>
            <a:spLocks noGrp="1"/>
          </p:cNvSpPr>
          <p:nvPr>
            <p:ph type="dt" sz="half" idx="10"/>
          </p:nvPr>
        </p:nvSpPr>
        <p:spPr/>
        <p:txBody>
          <a:bodyPr rtlCol="0"/>
          <a:lstStyle/>
          <a:p>
            <a:pPr rtl="0"/>
            <a:fld id="{F650C74D-3EC7-4807-8009-B91685601A76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8" name="Fußzeilenplatzhalter 7">
            <a:extLst>
              <a:ext uri="{FF2B5EF4-FFF2-40B4-BE49-F238E27FC236}">
                <a16:creationId xmlns:a16="http://schemas.microsoft.com/office/drawing/2014/main" id="{9975399F-DAB2-410D-967F-ED17E6F796E7}"/>
              </a:ext>
            </a:extLst>
          </p:cNvPr>
          <p:cNvSpPr>
            <a:spLocks noGrp="1"/>
          </p:cNvSpPr>
          <p:nvPr>
            <p:ph type="ftr" sz="quarter" idx="11"/>
          </p:nvPr>
        </p:nvSpPr>
        <p:spPr/>
        <p:txBody>
          <a:bodyPr rtlCol="0"/>
          <a:lstStyle/>
          <a:p>
            <a:pPr rtl="0"/>
            <a:endParaRPr lang="en-US" dirty="0"/>
          </a:p>
        </p:txBody>
      </p:sp>
      <p:sp>
        <p:nvSpPr>
          <p:cNvPr id="10" name="Foliennummernplatzhalter 9">
            <a:extLst>
              <a:ext uri="{FF2B5EF4-FFF2-40B4-BE49-F238E27FC236}">
                <a16:creationId xmlns:a16="http://schemas.microsoft.com/office/drawing/2014/main" id="{F762A46F-6BE5-4D12-9412-5CA7672EA8EC}"/>
              </a:ext>
            </a:extLst>
          </p:cNvPr>
          <p:cNvSpPr>
            <a:spLocks noGrp="1"/>
          </p:cNvSpPr>
          <p:nvPr>
            <p:ph type="sldNum" sz="quarter" idx="12"/>
          </p:nvPr>
        </p:nvSpPr>
        <p:spPr/>
        <p:txBody>
          <a:bodyPr rtlCol="0"/>
          <a:lstStyle/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</p:spTree>
    <p:extLst>
      <p:ext uri="{BB962C8B-B14F-4D97-AF65-F5344CB8AC3E}">
        <p14:creationId xmlns:p14="http://schemas.microsoft.com/office/powerpoint/2010/main" val="7618272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" name="Rechteck 6">
            <a:extLst>
              <a:ext uri="{FF2B5EF4-FFF2-40B4-BE49-F238E27FC236}">
                <a16:creationId xmlns:a16="http://schemas.microsoft.com/office/drawing/2014/main" id="{416A0E3C-60E6-4F39-BC55-5F7C224E1F7C}"/>
              </a:ext>
            </a:extLst>
          </p:cNvPr>
          <p:cNvSpPr/>
          <p:nvPr/>
        </p:nvSpPr>
        <p:spPr>
          <a:xfrm>
            <a:off x="3175" y="6400800"/>
            <a:ext cx="12188825" cy="457200"/>
          </a:xfrm>
          <a:prstGeom prst="rect">
            <a:avLst/>
          </a:prstGeom>
          <a:solidFill>
            <a:srgbClr val="262626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</p:sp>
      <p:sp>
        <p:nvSpPr>
          <p:cNvPr id="2" name="Titelplatzhalter 1"/>
          <p:cNvSpPr>
            <a:spLocks noGrp="1"/>
          </p:cNvSpPr>
          <p:nvPr>
            <p:ph type="title"/>
          </p:nvPr>
        </p:nvSpPr>
        <p:spPr>
          <a:xfrm>
            <a:off x="1097280" y="286603"/>
            <a:ext cx="10058400" cy="145075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rtl="0"/>
            <a:r>
              <a:rPr lang="de"/>
              <a:t>Titelmasterformat durch Klicken bearbeiten</a:t>
            </a:r>
            <a:endParaRPr lang="en-US" dirty="0"/>
          </a:p>
        </p:txBody>
      </p:sp>
      <p:sp>
        <p:nvSpPr>
          <p:cNvPr id="3" name="Textplatzhalter 2"/>
          <p:cNvSpPr>
            <a:spLocks noGrp="1"/>
          </p:cNvSpPr>
          <p:nvPr>
            <p:ph type="body" idx="1"/>
          </p:nvPr>
        </p:nvSpPr>
        <p:spPr>
          <a:xfrm>
            <a:off x="1097280" y="2108201"/>
            <a:ext cx="10058400" cy="3760891"/>
          </a:xfrm>
          <a:prstGeom prst="rect">
            <a:avLst/>
          </a:prstGeom>
        </p:spPr>
        <p:txBody>
          <a:bodyPr vert="horz" lIns="0" tIns="45720" rIns="0" bIns="45720" rtlCol="0">
            <a:normAutofit/>
          </a:bodyPr>
          <a:lstStyle/>
          <a:p>
            <a:pPr lvl="0" rtl="0"/>
            <a:r>
              <a:rPr lang="de"/>
              <a:t>Textmasterformate durch Klicken bearbeiten</a:t>
            </a:r>
          </a:p>
          <a:p>
            <a:pPr lvl="1" rtl="0"/>
            <a:r>
              <a:rPr lang="de"/>
              <a:t>Zweite Ebene</a:t>
            </a:r>
          </a:p>
          <a:p>
            <a:pPr lvl="2" rtl="0"/>
            <a:r>
              <a:rPr lang="de"/>
              <a:t>Dritte Ebene</a:t>
            </a:r>
          </a:p>
          <a:p>
            <a:pPr lvl="3" rtl="0"/>
            <a:r>
              <a:rPr lang="de"/>
              <a:t>Vierte Ebene</a:t>
            </a:r>
          </a:p>
          <a:p>
            <a:pPr lvl="4" rtl="0"/>
            <a:r>
              <a:rPr lang="de"/>
              <a:t>Fünfte Ebene</a:t>
            </a:r>
            <a:endParaRPr lang="en-US" dirty="0"/>
          </a:p>
        </p:txBody>
      </p:sp>
      <p:sp>
        <p:nvSpPr>
          <p:cNvPr id="4" name="Datumsplatzhalter 3"/>
          <p:cNvSpPr>
            <a:spLocks noGrp="1"/>
          </p:cNvSpPr>
          <p:nvPr>
            <p:ph type="dt" sz="half" idx="2"/>
          </p:nvPr>
        </p:nvSpPr>
        <p:spPr>
          <a:xfrm>
            <a:off x="8218426" y="6446838"/>
            <a:ext cx="258485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C5518B76-3D47-40C3-B678-8969E3806FFF}" type="datetime1">
              <a:rPr lang="de-DE" smtClean="0"/>
              <a:t>07.03.2023</a:t>
            </a:fld>
            <a:endParaRPr lang="en-US" dirty="0"/>
          </a:p>
        </p:txBody>
      </p:sp>
      <p:sp>
        <p:nvSpPr>
          <p:cNvPr id="5" name="Fußzeilenplatzhalter 4"/>
          <p:cNvSpPr>
            <a:spLocks noGrp="1"/>
          </p:cNvSpPr>
          <p:nvPr>
            <p:ph type="ftr" sz="quarter" idx="3"/>
          </p:nvPr>
        </p:nvSpPr>
        <p:spPr>
          <a:xfrm>
            <a:off x="1097279" y="6446838"/>
            <a:ext cx="6818262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 cap="all" baseline="0">
                <a:solidFill>
                  <a:srgbClr val="FFFFFF"/>
                </a:solidFill>
              </a:defRPr>
            </a:lvl1pPr>
          </a:lstStyle>
          <a:p>
            <a:pPr rtl="0"/>
            <a:endParaRPr lang="en-US" dirty="0"/>
          </a:p>
        </p:txBody>
      </p:sp>
      <p:sp>
        <p:nvSpPr>
          <p:cNvPr id="6" name="Foliennummernplatzhalter 5"/>
          <p:cNvSpPr>
            <a:spLocks noGrp="1"/>
          </p:cNvSpPr>
          <p:nvPr>
            <p:ph type="sldNum" sz="quarter" idx="4"/>
          </p:nvPr>
        </p:nvSpPr>
        <p:spPr>
          <a:xfrm>
            <a:off x="10993582" y="6446838"/>
            <a:ext cx="78001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800">
                <a:solidFill>
                  <a:srgbClr val="FFFFFF"/>
                </a:solidFill>
              </a:defRPr>
            </a:lvl1pPr>
          </a:lstStyle>
          <a:p>
            <a:pPr rtl="0"/>
            <a:fld id="{3A98EE3D-8CD1-4C3F-BD1C-C98C9596463C}" type="slidenum">
              <a:rPr lang="en-US" smtClean="0"/>
              <a:t>‹Nr.›</a:t>
            </a:fld>
            <a:endParaRPr lang="en-US" dirty="0"/>
          </a:p>
        </p:txBody>
      </p:sp>
      <p:cxnSp>
        <p:nvCxnSpPr>
          <p:cNvPr id="10" name="Gerader Verbinder 9">
            <a:extLst>
              <a:ext uri="{FF2B5EF4-FFF2-40B4-BE49-F238E27FC236}">
                <a16:creationId xmlns:a16="http://schemas.microsoft.com/office/drawing/2014/main" id="{C5025DAC-8B93-4160-B017-3A274A5828C0}"/>
              </a:ext>
            </a:extLst>
          </p:cNvPr>
          <p:cNvCxnSpPr/>
          <p:nvPr/>
        </p:nvCxnSpPr>
        <p:spPr>
          <a:xfrm>
            <a:off x="1193532" y="1897380"/>
            <a:ext cx="9966960" cy="0"/>
          </a:xfrm>
          <a:prstGeom prst="line">
            <a:avLst/>
          </a:prstGeom>
          <a:ln w="1270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034982234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48" r:id="rId1"/>
    <p:sldLayoutId id="2147483749" r:id="rId2"/>
    <p:sldLayoutId id="2147483747" r:id="rId3"/>
    <p:sldLayoutId id="2147483743" r:id="rId4"/>
    <p:sldLayoutId id="2147483738" r:id="rId5"/>
    <p:sldLayoutId id="2147483732" r:id="rId6"/>
    <p:sldLayoutId id="2147483733" r:id="rId7"/>
    <p:sldLayoutId id="2147483734" r:id="rId8"/>
    <p:sldLayoutId id="2147483735" r:id="rId9"/>
    <p:sldLayoutId id="2147483736" r:id="rId10"/>
    <p:sldLayoutId id="2147483737" r:id="rId11"/>
  </p:sldLayoutIdLst>
  <p:hf sldNum="0" hdr="0" ftr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700" i="0" kern="1200" spc="-50" baseline="0">
          <a:solidFill>
            <a:schemeClr val="tx1">
              <a:lumMod val="75000"/>
              <a:lumOff val="25000"/>
            </a:schemeClr>
          </a:solidFill>
          <a:latin typeface="+mj-lt"/>
          <a:ea typeface="+mj-ea"/>
          <a:cs typeface="+mj-cs"/>
        </a:defRPr>
      </a:lvl1pPr>
    </p:titleStyle>
    <p:bodyStyle>
      <a:lvl1pPr marL="91440" indent="-91440" algn="l" defTabSz="914400" rtl="0" eaLnBrk="1" latinLnBrk="0" hangingPunct="1">
        <a:lnSpc>
          <a:spcPct val="110000"/>
        </a:lnSpc>
        <a:spcBef>
          <a:spcPts val="1200"/>
        </a:spcBef>
        <a:spcAft>
          <a:spcPts val="200"/>
        </a:spcAft>
        <a:buClr>
          <a:schemeClr val="accent1"/>
        </a:buClr>
        <a:buSzPct val="100000"/>
        <a:buFont typeface="Calibri" panose="020F0502020204030204" pitchFamily="34" charset="0"/>
        <a:buChar char=" "/>
        <a:defRPr sz="19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1pPr>
      <a:lvl2pPr marL="38404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7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2pPr>
      <a:lvl3pPr marL="56692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3pPr>
      <a:lvl4pPr marL="74980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4pPr>
      <a:lvl5pPr marL="932688" indent="-182880" algn="l" defTabSz="914400" rtl="0" eaLnBrk="1" latinLnBrk="0" hangingPunct="1">
        <a:lnSpc>
          <a:spcPct val="100000"/>
        </a:lnSpc>
        <a:spcBef>
          <a:spcPts val="200"/>
        </a:spcBef>
        <a:spcAft>
          <a:spcPts val="400"/>
        </a:spcAft>
        <a:buClrTx/>
        <a:buFont typeface="Calibri" pitchFamily="34" charset="0"/>
        <a:buChar char="◦"/>
        <a:defRPr sz="13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5pPr>
      <a:lvl6pPr marL="11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6pPr>
      <a:lvl7pPr marL="13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7pPr>
      <a:lvl8pPr marL="15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8pPr>
      <a:lvl9pPr marL="1700000" indent="-228600" algn="l" defTabSz="914400" rtl="0" eaLnBrk="1" latinLnBrk="0" hangingPunct="1">
        <a:lnSpc>
          <a:spcPct val="90000"/>
        </a:lnSpc>
        <a:spcBef>
          <a:spcPts val="200"/>
        </a:spcBef>
        <a:spcAft>
          <a:spcPts val="400"/>
        </a:spcAft>
        <a:buClr>
          <a:schemeClr val="accent1"/>
        </a:buClr>
        <a:buFont typeface="Calibri" pitchFamily="34" charset="0"/>
        <a:buChar char="◦"/>
        <a:defRPr sz="1400" kern="1200">
          <a:solidFill>
            <a:schemeClr val="tx1">
              <a:lumMod val="75000"/>
              <a:lumOff val="25000"/>
            </a:schemeClr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9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ctrTitle"/>
          </p:nvPr>
        </p:nvSpPr>
        <p:spPr/>
        <p:txBody>
          <a:bodyPr/>
          <a:lstStyle/>
          <a:p>
            <a:r>
              <a:t>新創活力模板功能測試報告</a:t>
            </a:r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/>
        <p:txBody>
          <a:bodyPr/>
          <a:lstStyle/>
          <a:p>
            <a:r>
              <a:t>探索創業工具的實用性與未來潛力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模板功能核心與實務評估</a:t>
            </a:r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r>
              <a:t>核心概念：以模組化設計提升創業團隊的工作效率與協作流暢度。</a:t>
            </a:r>
          </a:p>
          <a:p>
            <a:r>
              <a:t>背景脈絡：新創企業面臨資源有限與快速迭代需求，模板提供可重複使用的工作流程。</a:t>
            </a:r>
          </a:p>
          <a:p>
            <a:r>
              <a:t>實際應用：在產品規劃、財務預測與市場行銷等關鍵環節已被多個早期團隊採用。</a:t>
            </a:r>
          </a:p>
          <a:p>
            <a:r>
              <a:t>挑戰與痛點：使用者需先行學習模組語法，且部分功能缺乏本地化支援。</a:t>
            </a:r>
          </a:p>
          <a:p>
            <a:r>
              <a:t>解決方案：提供直覺式拖拉式編輯器與多語言介面，降低上手門檻。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Picture Placeholder 1"/>
          <p:cNvSpPr>
            <a:spLocks noGrp="1"/>
          </p:cNvSpPr>
          <p:nvPr>
            <p:ph type="pic" idx="1"/>
          </p:nvPr>
        </p:nvSpPr>
        <p:spPr/>
        <p:txBody>
          <a:bodyPr/>
          <a:p>
            <a:r>
              <a:t>核心價值：模組化設計可顯著提升新創團隊的工作效率。</a:t>
            </a:r>
          </a:p>
          <a:p>
            <a:r>
              <a:t>未來趨勢：預計將整合 AI 助手與自動化分析功能，進一步降低使用門檻。</a:t>
            </a:r>
          </a:p>
          <a:p>
            <a:r>
              <a:t>下一步行動：加強本地化支援、擴充教學資源並收集更多使用者案例。</a:t>
            </a:r>
          </a:p>
        </p:txBody>
      </p:sp>
      <p:sp>
        <p:nvSpPr>
          <p:cNvPr id="3" name="Title 2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t>結論與未來方向</a:t>
            </a:r>
          </a:p>
        </p:txBody>
      </p:sp>
      <p:sp>
        <p:nvSpPr>
          <p:cNvPr id="4" name="Text Placeholder 3"/>
          <p:cNvSpPr>
            <a:spLocks noGrp="1"/>
          </p:cNvSpPr>
          <p:nvPr>
            <p:ph type="body" idx="2" sz="half"/>
          </p:nvPr>
        </p:nvSpPr>
        <p:spPr/>
        <p:txBody>
          <a:bodyPr/>
          <a:lstStyle/>
          <a:p/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1_RetrospectVTI">
  <a:themeElements>
    <a:clrScheme name="Custom 37">
      <a:dk1>
        <a:srgbClr val="000000"/>
      </a:dk1>
      <a:lt1>
        <a:srgbClr val="FFFFFF"/>
      </a:lt1>
      <a:dk2>
        <a:srgbClr val="4A5356"/>
      </a:dk2>
      <a:lt2>
        <a:srgbClr val="E8E3CE"/>
      </a:lt2>
      <a:accent1>
        <a:srgbClr val="9BA8B7"/>
      </a:accent1>
      <a:accent2>
        <a:srgbClr val="E6A02E"/>
      </a:accent2>
      <a:accent3>
        <a:srgbClr val="BF6A3B"/>
      </a:accent3>
      <a:accent4>
        <a:srgbClr val="92987A"/>
      </a:accent4>
      <a:accent5>
        <a:srgbClr val="857659"/>
      </a:accent5>
      <a:accent6>
        <a:srgbClr val="A0988C"/>
      </a:accent6>
      <a:hlink>
        <a:srgbClr val="00B0F0"/>
      </a:hlink>
      <a:folHlink>
        <a:srgbClr val="738F97"/>
      </a:folHlink>
    </a:clrScheme>
    <a:fontScheme name="Retrospect">
      <a:majorFont>
        <a:latin typeface="Bookman Old Style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Franklin Gothic Book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Retrospect">
      <a:fillStyleLst>
        <a:solidFill>
          <a:schemeClr val="phClr"/>
        </a:solidFill>
        <a:gradFill rotWithShape="1">
          <a:gsLst>
            <a:gs pos="0">
              <a:schemeClr val="phClr">
                <a:tint val="65000"/>
                <a:shade val="92000"/>
                <a:satMod val="130000"/>
              </a:schemeClr>
            </a:gs>
            <a:gs pos="45000">
              <a:schemeClr val="phClr">
                <a:tint val="60000"/>
                <a:shade val="99000"/>
                <a:satMod val="120000"/>
              </a:schemeClr>
            </a:gs>
            <a:gs pos="100000">
              <a:schemeClr val="phClr">
                <a:tint val="55000"/>
                <a:satMod val="140000"/>
              </a:schemeClr>
            </a:gs>
          </a:gsLst>
          <a:path path="circle">
            <a:fillToRect l="100000" t="100000" r="100000" b="100000"/>
          </a:path>
        </a:gradFill>
        <a:gradFill rotWithShape="1">
          <a:gsLst>
            <a:gs pos="0">
              <a:schemeClr val="phClr">
                <a:shade val="85000"/>
                <a:satMod val="130000"/>
              </a:schemeClr>
            </a:gs>
            <a:gs pos="34000">
              <a:schemeClr val="phClr">
                <a:shade val="87000"/>
                <a:satMod val="125000"/>
              </a:schemeClr>
            </a:gs>
            <a:gs pos="70000">
              <a:schemeClr val="phClr">
                <a:tint val="100000"/>
                <a:shade val="90000"/>
                <a:satMod val="130000"/>
              </a:schemeClr>
            </a:gs>
            <a:gs pos="100000">
              <a:schemeClr val="phClr">
                <a:tint val="100000"/>
                <a:shade val="100000"/>
                <a:satMod val="110000"/>
              </a:schemeClr>
            </a:gs>
          </a:gsLst>
          <a:path path="circle">
            <a:fillToRect l="100000" t="100000" r="100000" b="100000"/>
          </a:path>
        </a:gradFill>
      </a:fillStyleLst>
      <a:lnStyleLst>
        <a:ln w="12700" cap="flat" cmpd="sng" algn="ctr">
          <a:solidFill>
            <a:schemeClr val="phClr"/>
          </a:solidFill>
          <a:prstDash val="solid"/>
        </a:ln>
        <a:ln w="15875" cap="flat" cmpd="sng" algn="ctr">
          <a:solidFill>
            <a:schemeClr val="phClr"/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>
            <a:outerShdw blurRad="38100" dist="25400" dir="2700000" algn="br" rotWithShape="0">
              <a:srgbClr val="000000">
                <a:alpha val="60000"/>
              </a:srgbClr>
            </a:outerShdw>
          </a:effectLst>
        </a:effectStyle>
        <a:effectStyle>
          <a:effectLst>
            <a:outerShdw blurRad="44450" dist="25400" dir="2700000" algn="br" rotWithShape="0">
              <a:srgbClr val="000000">
                <a:alpha val="60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9800000"/>
            </a:lightRig>
          </a:scene3d>
          <a:sp3d prstMaterial="flat">
            <a:bevelT w="25400" h="31750"/>
          </a:sp3d>
        </a:effectStyle>
      </a:effectStyleLst>
      <a:bgFillStyleLst>
        <a:solidFill>
          <a:schemeClr val="phClr"/>
        </a:solidFill>
        <a:solidFill>
          <a:schemeClr val="phClr">
            <a:tint val="90000"/>
            <a:shade val="97000"/>
            <a:satMod val="130000"/>
          </a:schemeClr>
        </a:solidFill>
        <a:gradFill rotWithShape="1">
          <a:gsLst>
            <a:gs pos="0">
              <a:schemeClr val="phClr">
                <a:tint val="96000"/>
                <a:shade val="99000"/>
                <a:satMod val="140000"/>
              </a:schemeClr>
            </a:gs>
            <a:gs pos="65000">
              <a:schemeClr val="phClr">
                <a:tint val="100000"/>
                <a:shade val="80000"/>
                <a:satMod val="130000"/>
              </a:schemeClr>
            </a:gs>
            <a:gs pos="100000">
              <a:schemeClr val="phClr">
                <a:tint val="100000"/>
                <a:shade val="48000"/>
                <a:satMod val="120000"/>
              </a:schemeClr>
            </a:gs>
          </a:gsLst>
          <a:lin ang="162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_41798785_TF56160789" id="{751E87C0-0771-424F-B154-871FD1501C05}" vid="{2E5C96EF-B3D9-45F0-A93F-C32C56A6DA2C}"/>
    </a:ext>
  </a:extLst>
</a:theme>
</file>

<file path=ppt/theme/theme2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3.xml><?xml version="1.0" encoding="utf-8"?>
<a:theme xmlns:a="http://schemas.openxmlformats.org/drawingml/2006/main" name="Office-Design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emplate>{0E58D5ED-B2D6-4D03-99DC-6ECB5798507E}tf56160789_win32</Template>
  <TotalTime>0</TotalTime>
  <Words>0</Words>
  <Application>Microsoft Office PowerPoint</Application>
  <PresentationFormat>Breitbild</PresentationFormat>
  <Paragraphs>0</Paragraphs>
  <Slides>0</Slides>
  <Notes>0</Notes>
  <HiddenSlides>0</HiddenSlides>
  <MMClips>0</MMClips>
  <ScaleCrop>false</ScaleCrop>
  <HeadingPairs>
    <vt:vector size="6" baseType="variant">
      <vt:variant>
        <vt:lpstr>Verwendete Schriftarten</vt:lpstr>
      </vt:variant>
      <vt:variant>
        <vt:i4>3</vt:i4>
      </vt:variant>
      <vt:variant>
        <vt:lpstr>Design</vt:lpstr>
      </vt:variant>
      <vt:variant>
        <vt:i4>1</vt:i4>
      </vt:variant>
      <vt:variant>
        <vt:lpstr>Folientitel</vt:lpstr>
      </vt:variant>
      <vt:variant>
        <vt:i4>0</vt:i4>
      </vt:variant>
    </vt:vector>
  </HeadingPairs>
  <TitlesOfParts>
    <vt:vector size="4" baseType="lpstr">
      <vt:lpstr>Bookman Old Style</vt:lpstr>
      <vt:lpstr>Calibri</vt:lpstr>
      <vt:lpstr>Franklin Gothic Book</vt:lpstr>
      <vt:lpstr>1_RetrospectVTI</vt:lpstr>
    </vt:vector>
  </TitlesOfParts>
  <Company/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creator>Käch, Timon</dc:creator>
  <cp:lastModifiedBy>Käch, Timon</cp:lastModifiedBy>
  <cp:revision>1</cp:revision>
  <dcterms:created xsi:type="dcterms:W3CDTF">2023-03-07T10:32:29Z</dcterms:created>
  <dcterms:modified xsi:type="dcterms:W3CDTF">2023-03-07T10:32:58Z</dcterms:modified>
</cp:coreProperties>
</file>