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學院典雅模板功能測試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功能驗證與最佳實踐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模板核心概念與實務應用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核心概念：學院典雅模板為高階學術報告佈局。</a:t>
            </a:r>
          </a:p>
          <a:p>
            <a:r>
              <a:t>重要性：提升報告專業度，增強學術影響力。</a:t>
            </a:r>
          </a:p>
          <a:p>
            <a:r>
              <a:t>實際案例：研討會論文、期刊投稿採用此模板。</a:t>
            </a:r>
          </a:p>
          <a:p>
            <a:r>
              <a:t>挑戰：版面調整困難，建議使用預設樣式。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結論與未來展望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p>
            <a:r>
              <a:t>學院典雅模板已證實提升報告專業度。</a:t>
            </a:r>
          </a:p>
          <a:p>
            <a:r>
              <a:t>建議在新學術專案中優先採用。</a:t>
            </a:r>
          </a:p>
          <a:p>
            <a:r>
              <a:t>未來將加入多語系與互動式元素。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Organisch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0</Words>
  <Application>Microsoft Office PowerPoint</Application>
  <PresentationFormat>Breitbild</PresentationFormat>
  <Paragraphs>0</Paragraphs>
  <Slides>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0</vt:i4>
      </vt:variant>
    </vt:vector>
  </HeadingPairs>
  <TitlesOfParts>
    <vt:vector size="3" baseType="lpstr">
      <vt:lpstr>Arial</vt:lpstr>
      <vt:lpstr>Garamond</vt:lpstr>
      <vt:lpstr>Organisch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Käch, Timon</dc:creator>
  <cp:lastModifiedBy>Käch, Timon</cp:lastModifiedBy>
  <cp:revision>1</cp:revision>
  <dcterms:created xsi:type="dcterms:W3CDTF">2023-03-07T12:04:32Z</dcterms:created>
  <dcterms:modified xsi:type="dcterms:W3CDTF">2023-03-07T12:04:45Z</dcterms:modified>
</cp:coreProperties>
</file>