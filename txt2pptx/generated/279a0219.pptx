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169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開場白：歡迎大家參加今天的簡報。本次內容將涵蓋幾個重要主題與背景脈絡，請大家專心聆聽，並隨時提出問題或意見討論。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感謝大家的聆聽，現在開放提問。我們已經回顧了簡報的核心要點與未來發展方向，期待後續的討論、回饋意見以及進一步的合作機會。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slide" type="title">
  <p:cSld name="TITLE">
    <p:bg>
      <p:bgPr>
        <a:solidFill>
          <a:srgbClr val="F3F3F3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415589" y="2396800"/>
            <a:ext cx="11360515" cy="12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15589" y="3778833"/>
            <a:ext cx="11360515" cy="10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0" y="6727200"/>
            <a:ext cx="12191694" cy="13080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02092" y="2618300"/>
            <a:ext cx="11318916" cy="6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386640" y="3474300"/>
            <a:ext cx="6918226" cy="70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415589" y="1536633"/>
            <a:ext cx="7841803" cy="48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3" name="Picture Placeholder 10"/>
          <p:cNvSpPr>
            <a:spLocks noGrp="1"/>
          </p:cNvSpPr>
          <p:nvPr>
            <p:ph type="pic" idx="10"/>
          </p:nvPr>
        </p:nvSpPr>
        <p:spPr>
          <a:xfrm>
            <a:off x="8569785" y="1536633"/>
            <a:ext cx="2930326" cy="4787600"/>
          </a:xfrm>
          <a:prstGeom prst="rect">
            <a:avLst/>
          </a:prstGeom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column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15589" y="1536633"/>
            <a:ext cx="5333066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6443038" y="1536633"/>
            <a:ext cx="5333066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_left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5427864" y="1611266"/>
            <a:ext cx="6273843" cy="48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Picture Placeholder 10"/>
          <p:cNvSpPr>
            <a:spLocks noGrp="1"/>
          </p:cNvSpPr>
          <p:nvPr>
            <p:ph type="pic" idx="10"/>
          </p:nvPr>
        </p:nvSpPr>
        <p:spPr>
          <a:xfrm>
            <a:off x="725048" y="1550866"/>
            <a:ext cx="4511487" cy="4874000"/>
          </a:xfrm>
          <a:prstGeom prst="rect">
            <a:avLst/>
          </a:prstGeom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_righ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151062" y="210400"/>
            <a:ext cx="11772105" cy="79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204128" y="1218000"/>
            <a:ext cx="6764630" cy="48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8" name="Picture Placeholder 10"/>
          <p:cNvSpPr>
            <a:spLocks noGrp="1"/>
          </p:cNvSpPr>
          <p:nvPr>
            <p:ph type="pic" idx="10"/>
          </p:nvPr>
        </p:nvSpPr>
        <p:spPr>
          <a:xfrm>
            <a:off x="7180087" y="1218000"/>
            <a:ext cx="4511487" cy="4874000"/>
          </a:xfrm>
          <a:prstGeom prst="rect">
            <a:avLst/>
          </a:prstGeom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_states">
  <p:cSld name="CAPTION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idx="1" type="body"/>
          </p:nvPr>
        </p:nvSpPr>
        <p:spPr>
          <a:xfrm>
            <a:off x="372590" y="303433"/>
            <a:ext cx="11419714" cy="66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2" name="Google Shape;42;p8"/>
          <p:cNvSpPr txBox="1"/>
          <p:nvPr>
            <p:ph idx="2" type="body"/>
          </p:nvPr>
        </p:nvSpPr>
        <p:spPr>
          <a:xfrm>
            <a:off x="241660" y="1158100"/>
            <a:ext cx="3534711" cy="5367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3" type="body"/>
          </p:nvPr>
        </p:nvSpPr>
        <p:spPr>
          <a:xfrm>
            <a:off x="4237841" y="1148029"/>
            <a:ext cx="3534711" cy="5367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4" type="body"/>
          </p:nvPr>
        </p:nvSpPr>
        <p:spPr>
          <a:xfrm>
            <a:off x="8234060" y="1109533"/>
            <a:ext cx="3534711" cy="5367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TITLE_AND_TWO_COLUMNS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415589" y="1536633"/>
            <a:ext cx="5333066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443038" y="1536633"/>
            <a:ext cx="5333066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2" name="Google Shape;52;p10"/>
          <p:cNvSpPr txBox="1"/>
          <p:nvPr>
            <p:ph type="title"/>
          </p:nvPr>
        </p:nvSpPr>
        <p:spPr>
          <a:xfrm>
            <a:off x="271893" y="302100"/>
            <a:ext cx="11756105" cy="7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473288" y="1148033"/>
            <a:ext cx="11419714" cy="51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589" y="1536633"/>
            <a:ext cx="11360515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0"/>
            <a:ext cx="12191694" cy="13080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人工智慧（AI）正在革命性地改變各行各業。從醫療診斷到自動駕...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自動生成簡報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人工智慧（AI）正在革命性地改變各行各業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從醫療診斷到自動駕駛，從金融分析到創意設計，AI </a:t>
            </a:r>
          </a:p>
          <a:p>
            <a:r>
              <a:t>本報告將探討 AI 的最新發展趨勢、核心技術突破、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/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人工智慧（AI）正在革命性地改變各行各業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從醫療診斷到自動駕駛，從金融分析到創意設計，AI </a:t>
            </a:r>
          </a:p>
          <a:p>
            <a:r>
              <a:t>本報告將探討 AI 的最新發展趨勢、核心技術突破、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/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人工智慧（AI）正在革命性地改變各行各業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方面一</a:t>
            </a:r>
          </a:p>
          <a:p>
            <a:r>
              <a:t>分析要點 A</a:t>
            </a:r>
          </a:p>
          <a:p>
            <a:r>
              <a:t>分析要點 B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b="1"/>
              <a:t>方面二</a:t>
            </a:r>
          </a:p>
          <a:p>
            <a:r>
              <a:t>分析要點 C</a:t>
            </a:r>
          </a:p>
          <a:p>
            <a:r>
              <a:t>分析要點 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結論與展望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核心要點回顧</a:t>
            </a:r>
          </a:p>
          <a:p>
            <a:r>
              <a:t>未來發展方向</a:t>
            </a:r>
          </a:p>
          <a:p>
            <a:r>
              <a:t>下一步行動計畫</a:t>
            </a:r>
          </a:p>
          <a:p>
            <a:r>
              <a:t>歡迎提問與討論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極簡白-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