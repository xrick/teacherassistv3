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notesMasterIdLst>
    <p:notesMasterId r:id="rId2"/>
  </p:notesMasterIdLst>
  <p:handoutMasterIdLst>
    <p:handoutMasterId r:id="rId3"/>
  </p:handoutMasterIdLst>
  <p:sldIdLst>
    <p:sldId id="256" r:id="rId8"/>
    <p:sldId id="257" r:id="rId9"/>
    <p:sldId id="258" r:id="rId10"/>
    <p:sldId id="259" r:id="rId11"/>
    <p:sldId id="260" r:id="rId12"/>
  </p:sldIdLst>
  <p:sldSz cx="12192000" cy="6858000"/>
  <p:notesSz cx="6858000" cy="9144000"/>
  <p:defaultTextStyle>
    <a:defPPr rtl="0"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260543F-C6AC-4A94-9181-2A0B47128E40}" type="datetime1">
              <a:rPr lang="de-DE" smtClean="0"/>
              <a:t>07.03.2023</a:t>
            </a:fld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D92CB86-0DB9-4A70-B1CF-B23508471F6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5764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BB4411EF-09CB-4E62-A9ED-59F7AB2BB401}" type="datetime1">
              <a:rPr lang="de-DE" smtClean="0"/>
              <a:t>07.03.2023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de"/>
              <a:t>Textmasterformate durch Klicken bearbeiten</a:t>
            </a:r>
            <a:endParaRPr lang="en-US"/>
          </a:p>
          <a:p>
            <a:pPr lvl="1" rtl="0"/>
            <a:r>
              <a:rPr lang="de"/>
              <a:t>Zweite Ebene</a:t>
            </a:r>
          </a:p>
          <a:p>
            <a:pPr lvl="2" rtl="0"/>
            <a:r>
              <a:rPr lang="de"/>
              <a:t>Dritte Ebene</a:t>
            </a:r>
          </a:p>
          <a:p>
            <a:pPr lvl="3" rtl="0"/>
            <a:r>
              <a:rPr lang="de"/>
              <a:t>Vierte Ebene</a:t>
            </a:r>
          </a:p>
          <a:p>
            <a:pPr lvl="4" rtl="0"/>
            <a:r>
              <a:rPr lang="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2B151B-D7D1-48E5-8230-5AADBC794F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927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開場白：歡迎大家參加今天的簡報。本次內容將涵蓋幾個重要主題與背景脈絡，請大家專心聆聽，並隨時提出問題或意見討論。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感謝大家的聆聽，現在開放提問。我們已經回顧了簡報的核心要點與未來發展方向，期待後續的討論、回饋意見以及進一步的合作機會。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de-DE"/>
              <a:t>Master-Untertitelformat bearbeiten</a:t>
            </a:r>
            <a:endParaRPr lang="en-US" dirty="0"/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058F8EF-9461-4DB5-8DE8-65F0C8AF5E0D}" type="datetime1">
              <a:rPr lang="de-DE" smtClean="0"/>
              <a:t>07.03.2023</a:t>
            </a:fld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A5E3BD6-493E-4773-AC13-EE70A9E3F498}" type="datetime1">
              <a:rPr lang="de-DE" smtClean="0"/>
              <a:t>07.03.2023</a:t>
            </a:fld>
            <a:endParaRPr lang="en-US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überschri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e-DE"/>
              <a:t>Mastertextformat bearbeiten</a:t>
            </a:r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EE6A76B-C923-49BD-ABE7-ADE768C6F571}" type="datetime1">
              <a:rPr lang="de-DE" smtClean="0"/>
              <a:t>07.03.2023</a:t>
            </a:fld>
            <a:endParaRPr lang="en-US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en-US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CD334EC-5459-4A98-AF88-01FD6D7BAF68}" type="datetime1">
              <a:rPr lang="de-DE" smtClean="0"/>
              <a:t>07.03.2023</a:t>
            </a:fld>
            <a:endParaRPr lang="en-US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/>
              <a:t>Mastertextformat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/>
              <a:t>Mastertextformat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en-US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2F56688-ED28-473C-871E-9EEF4BB0D1F0}" type="datetime1">
              <a:rPr lang="de-DE" smtClean="0"/>
              <a:t>07.03.2023</a:t>
            </a:fld>
            <a:endParaRPr lang="en-US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9110680-7D80-41F3-804A-113A4CB11D73}" type="datetime1">
              <a:rPr lang="de-DE" smtClean="0"/>
              <a:t>07.03.2023</a:t>
            </a:fld>
            <a:endParaRPr lang="en-US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E7F7112-C41D-45A5-B762-BC15064583EE}" type="datetime1">
              <a:rPr lang="de-DE" smtClean="0"/>
              <a:t>07.03.2023</a:t>
            </a:fld>
            <a:endParaRPr lang="en-US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1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1CFE5CD5-4320-48E9-85AB-4E68C78D0837}" type="datetime1">
              <a:rPr lang="de-DE" smtClean="0"/>
              <a:t>07.03.2023</a:t>
            </a:fld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Bildplatzhalt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4B989E5A-44CF-486A-A324-E4C01361A073}" type="datetime1">
              <a:rPr lang="de-DE" smtClean="0"/>
              <a:t>07.03.2023</a:t>
            </a:fld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 rtlCol="0"/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4B84E5B-C9E8-4DB6-BA34-0E271B709DFA}" type="datetime1">
              <a:rPr lang="de-DE" smtClean="0"/>
              <a:t>07.03.2023</a:t>
            </a:fld>
            <a:endParaRPr lang="en-US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 rtlCol="0"/>
          <a:lstStyle/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 rtlCol="0"/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650C74D-3EC7-4807-8009-B91685601A76}" type="datetime1">
              <a:rPr lang="de-DE" smtClean="0"/>
              <a:t>07.03.2023</a:t>
            </a:fld>
            <a:endParaRPr lang="en-US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de"/>
              <a:t>Titelmasterformat durch Klicken bearbeiten</a:t>
            </a:r>
            <a:endParaRPr lang="en-US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de"/>
              <a:t>Textmasterformate durch Klicken bearbeiten</a:t>
            </a:r>
          </a:p>
          <a:p>
            <a:pPr lvl="1" rtl="0"/>
            <a:r>
              <a:rPr lang="de"/>
              <a:t>Zweite Ebene</a:t>
            </a:r>
          </a:p>
          <a:p>
            <a:pPr lvl="2" rtl="0"/>
            <a:r>
              <a:rPr lang="de"/>
              <a:t>Dritte Ebene</a:t>
            </a:r>
          </a:p>
          <a:p>
            <a:pPr lvl="3" rtl="0"/>
            <a:r>
              <a:rPr lang="de"/>
              <a:t>Vierte Ebene</a:t>
            </a:r>
          </a:p>
          <a:p>
            <a:pPr lvl="4" rtl="0"/>
            <a:r>
              <a:rPr lang="de"/>
              <a:t>Fünfte Ebene</a:t>
            </a:r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C5518B76-3D47-40C3-B678-8969E3806FFF}" type="datetime1">
              <a:rPr lang="de-DE" smtClean="0"/>
              <a:t>07.03.2023</a:t>
            </a:fld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人工智慧（AI）正在革命性地改變各行各業。從醫療診斷到自動駕...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自動生成簡報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人工智慧（AI）正在革命性地改變各行各業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從醫療診斷到自動駕駛，從金融分析到創意設計，AI </a:t>
            </a:r>
          </a:p>
          <a:p>
            <a:r>
              <a:t>本報告將探討 AI 的最新發展趨勢、核心技術突破、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人工智慧（AI）正在革命性地改變各行各業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從醫療診斷到自動駕駛，從金融分析到創意設計，AI </a:t>
            </a:r>
          </a:p>
          <a:p>
            <a:r>
              <a:t>本報告將探討 AI 的最新發展趨勢、核心技術突破、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人工智慧（AI）正在革命性地改變各行各業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rPr b="1"/>
              <a:t>方面一</a:t>
            </a:r>
          </a:p>
          <a:p>
            <a:r>
              <a:t>分析要點 A</a:t>
            </a:r>
          </a:p>
          <a:p>
            <a:r>
              <a:t>分析要點 B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結論與展望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>
            <a:r>
              <a:t>核心要點回顧</a:t>
            </a:r>
          </a:p>
          <a:p>
            <a:r>
              <a:t>未來發展方向</a:t>
            </a:r>
          </a:p>
          <a:p>
            <a:r>
              <a:t>下一步行動計畫</a:t>
            </a:r>
          </a:p>
          <a:p>
            <a:r>
              <a:t>歡迎提問與討論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785_TF56160789" id="{751E87C0-0771-424F-B154-871FD1501C05}" vid="{2E5C96EF-B3D9-45F0-A93F-C32C56A6DA2C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{0E58D5ED-B2D6-4D03-99DC-6ECB5798507E}tf56160789_win32</Template>
  <TotalTime>0</TotalTime>
  <Words>0</Words>
  <Application>Microsoft Office PowerPoint</Application>
  <PresentationFormat>Breitbild</PresentationFormat>
  <Paragraphs>0</Paragraphs>
  <Slides>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0</vt:i4>
      </vt:variant>
    </vt:vector>
  </HeadingPairs>
  <TitlesOfParts>
    <vt:vector size="4" baseType="lpstr">
      <vt:lpstr>Bookman Old Style</vt:lpstr>
      <vt:lpstr>Calibri</vt:lpstr>
      <vt:lpstr>Franklin Gothic Book</vt:lpstr>
      <vt:lpstr>1_RetrospectVTI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Käch, Timon</dc:creator>
  <cp:lastModifiedBy>Käch, Timon</cp:lastModifiedBy>
  <cp:revision>1</cp:revision>
  <dcterms:created xsi:type="dcterms:W3CDTF">2023-03-07T10:32:29Z</dcterms:created>
  <dcterms:modified xsi:type="dcterms:W3CDTF">2023-03-07T10:32:58Z</dcterms:modified>
</cp:coreProperties>
</file>