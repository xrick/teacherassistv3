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地緣政治學（英語：Geopolitics、德語：Geopol...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自動生成簡報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源起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普遍認為，地緣政治學源起於政治地理學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而地緣政治理論的根源，可以追溯到德國地理學家弗里德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但是「地緣政治」這一詞，則是源自於瑞典學者魯道夫·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契倫進一步發展拉采爾的理論，用地理來解釋政治現象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295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傳統地緣政治理論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方面一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方面二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C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分析要點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海權論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096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96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8396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達成率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效率提升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464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764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應用場景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modern technology workspace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美國海軍軍官，同時也是歷史學家的阿佛烈·賽耶·馬漢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於1890年，出版《海權對歷史的影響1660－17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要點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陸權論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要點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professional business concept illustration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結論與展望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核心要點回顧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未來發展方向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下一步行動計畫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歡迎提問與討論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