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6"/>
    <p:sldId id="257" r:id="rId7"/>
    <p:sldId id="258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‹Nr.›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3/7/2023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‹Nr.›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測試模板載入功能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驗證模板正確套用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模板載入測試流程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模板載入流程概述與關鍵步驟</a:t>
            </a:r>
          </a:p>
          <a:p>
            <a:r>
              <a:t>測試文本的作用：驗證模板正確性</a:t>
            </a:r>
          </a:p>
          <a:p>
            <a:r>
              <a:t>驗證模板一致性：確保所有頁面相同風格</a:t>
            </a:r>
          </a:p>
          <a:p>
            <a:r>
              <a:t>潛在錯誤排查：定位載入失敗原因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測試結束與未來展望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/>
        <p:txBody>
          <a:bodyPr/>
          <a:p>
            <a:r>
              <a:t>測試完成確認：所有模板均已正確載入</a:t>
            </a:r>
          </a:p>
          <a:p>
            <a:r>
              <a:t>未來改進建議：增強自動化測試流程</a:t>
            </a:r>
          </a:p>
          <a:p>
            <a:r>
              <a:t>持續監控重要性：確保長期穩定運行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atalog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TM10001114[[fn=Katalog]]</Template>
  <TotalTime>0</TotalTime>
  <Words>0</Words>
  <Application>Microsoft Office PowerPoint</Application>
  <PresentationFormat>Breitbild</PresentationFormat>
  <Paragraphs>0</Paragraphs>
  <Slides>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0</vt:i4>
      </vt:variant>
    </vt:vector>
  </HeadingPairs>
  <TitlesOfParts>
    <vt:vector size="3" baseType="lpstr">
      <vt:lpstr>Arial</vt:lpstr>
      <vt:lpstr>Gill Sans MT</vt:lpstr>
      <vt:lpstr>Katalog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Käch, Timon</dc:creator>
  <cp:lastModifiedBy>Käch, Timon</cp:lastModifiedBy>
  <cp:revision>2</cp:revision>
  <dcterms:created xsi:type="dcterms:W3CDTF">2023-03-07T10:31:54Z</dcterms:created>
  <dcterms:modified xsi:type="dcterms:W3CDTF">2023-03-07T10:33:06Z</dcterms:modified>
</cp:coreProperties>
</file>