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測試數據導向模板功能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深入探討測試流程與數據驅動的模板設計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測試數據導向模板概述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數據驅動模板將測試腳本與數據分離，提升重用性與維護效率。</a:t>
            </a:r>
          </a:p>
          <a:p>
            <a:r>
              <a:t>核心概念：模板定義測試流程，數據提供變量，兩者結合實現靈活測試。</a:t>
            </a:r>
          </a:p>
          <a:p>
            <a:r>
              <a:t>實際應用：在自動化測試框架中，使用 JSON/CSV 數據驅動 API 測試。</a:t>
            </a:r>
          </a:p>
          <a:p>
            <a:r>
              <a:t>常見挑戰：數據管理複雜、模板版本衝突、缺乏統一標準。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最佳實踐、成效與未來趨勢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建議最佳實踐：建立統一數據庫、使用版本控制、編寫可讀性高的模板。</a:t>
            </a:r>
          </a:p>
          <a:p>
            <a:r>
              <a:t>量化成效：實施後測試覆蓋率平均提升 30-50%，缺陷檢測率提升 20-40%。</a:t>
            </a:r>
          </a:p>
          <a:p>
            <a:r>
              <a:t>未來趨勢：AI 驅動數據生成、可視化測試設計、雲端共享模板。</a:t>
            </a:r>
          </a:p>
          <a:p>
            <a:r>
              <a:t>延伸思考：如何將數據驅動模板與 CI/CD 流程深度整合？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Paket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2023-03-07T12:06:12Z</dcterms:created>
  <dcterms:modified xsi:type="dcterms:W3CDTF">2023-03-07T12:06:26Z</dcterms:modified>
</cp:coreProperties>
</file>