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開場白：歡迎大家參加今天的簡報。本次內容將涵蓋幾個重要主題與背景脈絡，請大家專心聆聽，並隨時提出問題或意見討論。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感謝大家的聆聽，現在開放提問。我們已經回顧了簡報的核心要點與未來發展方向，期待後續的討論、回饋意見以及進一步的合作機會。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9334D819-9F07-4261-B09B-9E467E5D9002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71766878-3199-4EAB-94E7-2D6D11070E14}" type="slidenum">
              <a:rPr lang="en-US" dirty="0"/>
              <a:pPr/>
              <a:t>‹Nr.›</a:t>
            </a:fld>
            <a:endParaRPr lang="en-US" dirty="0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bschnitts-&#10;überschri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9334D819-9F07-4261-B09B-9E467E5D9002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1766878-3199-4EAB-94E7-2D6D11070E14}" type="slidenum">
              <a:rPr lang="en-US" dirty="0"/>
              <a:pPr/>
              <a:t>‹Nr.›</a:t>
            </a:fld>
            <a:endParaRPr lang="en-US" dirty="0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9334D819-9F07-4261-B09B-9E467E5D9002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71766878-3199-4EAB-94E7-2D6D11070E14}" type="slidenum">
              <a:rPr lang="en-US" dirty="0"/>
              <a:t>‹Nr.›</a:t>
            </a:fld>
            <a:endParaRPr lang="en-US" dirty="0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9334D819-9F07-4261-B09B-9E467E5D9002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71766878-3199-4EAB-94E7-2D6D11070E14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334D819-9F07-4261-B09B-9E467E5D9002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1766878-3199-4EAB-94E7-2D6D11070E14}" type="slidenum">
              <a:rPr lang="en-US" dirty="0"/>
              <a:pPr/>
              <a:t>‹Nr.›</a:t>
            </a:fld>
            <a:endParaRPr lang="en-US" dirty="0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人工智慧（AI）正在革命性地改變各行各業。從醫療診斷到自動駕...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自動生成簡報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人工智慧（AI）正在革命性地改變各行各業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從醫療診斷到自動駕駛，從金融分析到創意設計，AI </a:t>
            </a:r>
          </a:p>
          <a:p>
            <a:r>
              <a:t>本報告將探討 AI 的最新發展趨勢、核心技術突破、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"/>
          </p:nvPr>
        </p:nvSpPr>
        <p:spPr/>
        <p:txBody>
          <a:bodyPr/>
          <a:p>
            <a:r>
              <a:t>從醫療診斷到自動駕駛，從金融分析到創意設計，AI </a:t>
            </a:r>
          </a:p>
          <a:p>
            <a:r>
              <a:t>本報告將探討 AI 的最新發展趨勢、核心技術突破、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人工智慧（AI）正在革命性地改變各行各業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人工智慧（AI）正在革命性地改變各行各業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rPr b="1"/>
              <a:t>方面一</a:t>
            </a:r>
          </a:p>
          <a:p>
            <a:r>
              <a:t>分析要點 A</a:t>
            </a:r>
          </a:p>
          <a:p>
            <a:r>
              <a:t>分析要點 B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rPr b="1"/>
              <a:t>方面二</a:t>
            </a:r>
          </a:p>
          <a:p>
            <a:r>
              <a:t>分析要點 C</a:t>
            </a:r>
          </a:p>
          <a:p>
            <a:r>
              <a:t>分析要點 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結論與展望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>
            <a:r>
              <a:t>核心要點回顧</a:t>
            </a:r>
          </a:p>
          <a:p>
            <a:r>
              <a:t>未來發展方向</a:t>
            </a:r>
          </a:p>
          <a:p>
            <a:r>
              <a:t>下一步行動計畫</a:t>
            </a:r>
          </a:p>
          <a:p>
            <a:r>
              <a:t>歡迎提問與討論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adge">
  <a:themeElements>
    <a:clrScheme name="Badge">
      <a:dk1>
        <a:sysClr val="windowText" lastClr="000000"/>
      </a:dk1>
      <a:lt1>
        <a:sysClr val="window" lastClr="FFFFFF"/>
      </a:lt1>
      <a:dk2>
        <a:srgbClr val="0B082E"/>
      </a:dk2>
      <a:lt2>
        <a:srgbClr val="F3F3F2"/>
      </a:lt2>
      <a:accent1>
        <a:srgbClr val="62B4C6"/>
      </a:accent1>
      <a:accent2>
        <a:srgbClr val="1B376E"/>
      </a:accent2>
      <a:accent3>
        <a:srgbClr val="9EBE55"/>
      </a:accent3>
      <a:accent4>
        <a:srgbClr val="C65E5E"/>
      </a:accent4>
      <a:accent5>
        <a:srgbClr val="D3BA55"/>
      </a:accent5>
      <a:accent6>
        <a:srgbClr val="96648A"/>
      </a:accent6>
      <a:hlink>
        <a:srgbClr val="62B4C6"/>
      </a:hlink>
      <a:folHlink>
        <a:srgbClr val="96648A"/>
      </a:folHlink>
    </a:clrScheme>
    <a:fontScheme name="Badge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D71F8F05-6246-47AF-9E68-E57F6C93F79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TM10001106[[fn=Badge]]</Template>
  <TotalTime>0</TotalTime>
  <Words>0</Words>
  <Application>Microsoft Office PowerPoint</Application>
  <PresentationFormat>Breitbild</PresentationFormat>
  <Paragraphs>0</Paragraphs>
  <Slides>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0</vt:i4>
      </vt:variant>
    </vt:vector>
  </HeadingPairs>
  <TitlesOfParts>
    <vt:vector size="4" baseType="lpstr">
      <vt:lpstr>Arial</vt:lpstr>
      <vt:lpstr>Gill Sans MT</vt:lpstr>
      <vt:lpstr>Impact</vt:lpstr>
      <vt:lpstr>Badge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Käch, Timon</dc:creator>
  <cp:lastModifiedBy>Käch, Timon</cp:lastModifiedBy>
  <cp:revision>1</cp:revision>
  <dcterms:created xsi:type="dcterms:W3CDTF">2023-03-07T12:07:15Z</dcterms:created>
  <dcterms:modified xsi:type="dcterms:W3CDTF">2023-03-07T12:07:58Z</dcterms:modified>
</cp:coreProperties>
</file>