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6"/>
    <p:sldId id="257" r:id="rId7"/>
    <p:sldId id="258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9EBBA-996F-894A-B54A-D6246ED52CEA}" type="datetimeFigureOut">
              <a:rPr lang="en-US" dirty="0"/>
              <a:pPr/>
              <a:t>3/7/2023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A1323-8D79-1946-B0D7-40001CF92E9D}" type="datetimeFigureOut">
              <a:rPr lang="en-US" dirty="0"/>
              <a:pPr/>
              <a:t>3/7/2023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dirty="0"/>
              <a:pPr/>
              <a:t>3/7/2023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02355-E14B-8545-A8F8-0FE83CC9D524}" type="datetimeFigureOut">
              <a:rPr lang="en-US" dirty="0"/>
              <a:pPr/>
              <a:t>3/7/2023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40F58-564D-2B4F-AE67-E407BA4FCF45}" type="datetimeFigureOut">
              <a:rPr lang="en-US" dirty="0"/>
              <a:pPr/>
              <a:t>3/7/2023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A34C8-038E-2045-AF43-DF7DBB8E0E9E}" type="datetimeFigureOut">
              <a:rPr lang="en-US" dirty="0"/>
              <a:pPr/>
              <a:t>3/7/2023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8C68F-D26B-8F47-958C-23B49CF8A634}" type="datetimeFigureOut">
              <a:rPr lang="en-US" dirty="0"/>
              <a:pPr/>
              <a:t>3/7/2023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F5E60-9974-AC48-9591-99C2BB44B7CF}" type="datetimeFigureOut">
              <a:rPr lang="en-US" dirty="0"/>
              <a:pPr/>
              <a:t>3/7/2023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18C79C5D-2A6F-F04D-97DA-BEF2467B64E4}" type="datetimeFigureOut">
              <a:rPr lang="en-US" dirty="0"/>
              <a:pPr/>
              <a:t>3/7/2023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a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79C5D-2A6F-F04D-97DA-BEF2467B64E4}" type="datetimeFigureOut">
              <a:rPr lang="en-US" dirty="0"/>
              <a:pPr/>
              <a:t>3/7/2023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ita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dirty="0"/>
              <a:pPr/>
              <a:t>3/7/2023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nskar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54567-0DE4-3F47-BF90-CB84690072F9}" type="datetimeFigureOut">
              <a:rPr lang="en-US" dirty="0"/>
              <a:pPr/>
              <a:t>3/7/2023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52C72-DE31-F449-A4ED-4C594FD91407}" type="datetimeFigureOut">
              <a:rPr lang="en-US" dirty="0"/>
              <a:pPr/>
              <a:t>3/7/2023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2726E-379B-B349-9EED-81ED093FA806}" type="datetimeFigureOut">
              <a:rPr lang="en-US" dirty="0"/>
              <a:pPr/>
              <a:t>3/7/2023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09B482E8-6E0E-1B4F-B1FD-C69DB9E858D9}" type="datetimeFigureOut">
              <a:rPr lang="en-US" dirty="0"/>
              <a:pPr/>
              <a:t>3/7/2023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3" r:id="rId9"/>
    <p:sldLayoutId id="2147483657" r:id="rId10"/>
    <p:sldLayoutId id="2147483666" r:id="rId11"/>
    <p:sldLayoutId id="2147483661" r:id="rId12"/>
    <p:sldLayoutId id="2147483658" r:id="rId13"/>
    <p:sldLayoutId id="2147483659" r:id="rId14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測試高調對比模板功能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高對比設計在測試環境中的關鍵角色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核心概念與實務應用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高調對比模板定義：使用極端色差提升可視性與焦點。</a:t>
            </a:r>
          </a:p>
          <a:p>
            <a:r>
              <a:t>測試環境中的重要性：快速辨識缺陷與交互問題。</a:t>
            </a:r>
          </a:p>
          <a:p>
            <a:r>
              <a:t>常見應用場景：UI 測試、可用性評估、色彩可及性檢測。</a:t>
            </a:r>
          </a:p>
          <a:p>
            <a:r>
              <a:t>挑戰與痛點：色彩失真、使用者疲勞、跨平台一致性。</a:t>
            </a:r>
          </a:p>
          <a:p>
            <a:r>
              <a:t>建議最佳實踐：漸進式對比、使用標準色彩表、定期用戶測試。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未來展望與實務啟示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_rels/them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Zitierfähig">
  <a:themeElements>
    <a:clrScheme name="Quotable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6F3559E9-1A4C-49D8-94D4-F41003531C4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TM03457503[[fn=Zitierfähig]]</Template>
  <TotalTime>0</TotalTime>
  <Words>0</Words>
  <Application>Microsoft Office PowerPoint</Application>
  <PresentationFormat>Breitbild</PresentationFormat>
  <Paragraphs>0</Paragraphs>
  <Slides>0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0</vt:i4>
      </vt:variant>
    </vt:vector>
  </HeadingPairs>
  <TitlesOfParts>
    <vt:vector size="3" baseType="lpstr">
      <vt:lpstr>Century Gothic</vt:lpstr>
      <vt:lpstr>Wingdings 2</vt:lpstr>
      <vt:lpstr>Zitierfähig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Käch, Timon</dc:creator>
  <cp:lastModifiedBy>Käch, Timon</cp:lastModifiedBy>
  <cp:revision>1</cp:revision>
  <dcterms:created xsi:type="dcterms:W3CDTF">2023-03-07T12:08:31Z</dcterms:created>
  <dcterms:modified xsi:type="dcterms:W3CDTF">2023-03-07T12:08:51Z</dcterms:modified>
</cp:coreProperties>
</file>