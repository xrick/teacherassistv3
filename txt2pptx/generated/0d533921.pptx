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3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61137-B2F4-44A2-AEA9-B8D72975A05F}" type="datetime1">
              <a:rPr lang="de-DE" smtClean="0"/>
              <a:t>07.03.2023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2E3065-8A24-47C9-A843-0DFEC08A77C7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38765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546253B-BE88-45C5-9ABC-A8414C168BD1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58FE69-3F99-4550-AA00-A7FF61BF76EA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68F14C-D4F1-40B6-B1AD-A03EDAA6725D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C8E1CE-31A4-4DC1-9A14-A1FDAD407674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E3744A-5A44-4BFF-92AA-16DA5E94BB83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ild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Bild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EDD9AE-23AE-4EB7-B3DB-242A1D8478FB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42FB20-1F3E-43B9-A22C-6B636C25391A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7D78AD-A707-44D8-98C7-2E5BF17C114E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CDB1FF-C55B-4D31-A515-83B796043DD6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B3AE0C-9D3B-493D-AE1C-E837EBD1A420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1AEB60-0CF2-4FDF-8809-8AC51494D5F5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58AF836-13A8-46EF-A2AE-6F658367FD73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1DFE2F-C573-4D62-882A-E8846EF03C0C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 dirty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ten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8E20CA-0CA2-4574-B1D6-69C8C65EED42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7" name="Textplatzhalt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1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9B9F8F-6639-463B-9FB3-42044123F51F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Bild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Bild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el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9" name="Textplatzhalt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0" name="Bildplatzhalt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1" name="Textplatzhalt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2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3" name="Bildplatzhalt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4" name="Textplatzhalt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5" name="Textplatzhalt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26" name="Bildplatzhalt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27" name="Textplatzhalt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9E6A23-504C-403E-B76B-B05505FCD76B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de-DE" noProof="0" dirty="0"/>
              <a:t>Textmasterformate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68BEABDA-98C7-4D1F-B6BB-CA7E2F630F9B}" type="datetime1">
              <a:rPr lang="de-DE" noProof="0" smtClean="0"/>
              <a:t>07.03.2023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極簡商務模板功能測試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功能概覽與實務應用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核心概念、背景與實務應用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核心概念：極簡商務模板以最少的設計元素快速生成商業報告，提升效率。</a:t>
            </a:r>
          </a:p>
          <a:p>
            <a:r>
              <a:t>背景脈絡：隨著遠距工作普及，需求簡潔、易於協作的報告工具日益增加。</a:t>
            </a:r>
          </a:p>
          <a:p>
            <a:r>
              <a:t>實際應用案例：在跨部門會議中使用模板，能在 10 分鐘內完成報告草稿。</a:t>
            </a:r>
          </a:p>
          <a:p>
            <a:r>
              <a:t>常見挑戰：使用者對模板的熟悉度不足，導致格式錯誤或重複工作。</a:t>
            </a:r>
          </a:p>
          <a:p>
            <a:r>
              <a:t>解決方案：提供互動式教學與自動校正功能，減少手動調整。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測試結果、未來趨勢與延伸思考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量化指標：測試顯示報告生成時間平均下降 30%。</a:t>
            </a:r>
          </a:p>
          <a:p>
            <a:r>
              <a:t>未來趨勢：AI 生成內容將進一步簡化模板使用。</a:t>
            </a:r>
          </a:p>
          <a:p>
            <a:r>
              <a:t>延伸思考：如何將模板擴展至多語言與行業專屬版本？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908_TF55705232.potx" id="{C2693DD5-6559-4F60-BB71-3DF0B32289E4}" vid="{FE5FC937-8F54-4BE4-8F9D-44E1A9D18C62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{5DE2F419-AD40-4967-A74C-8BD2D0DFEE43}tf55705232_win32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Calibri</vt:lpstr>
      <vt:lpstr>Goudy Old Style</vt:lpstr>
      <vt:lpstr>Wingdings 2</vt:lpstr>
      <vt:lpstr>SlateVTI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2023-03-07T11:58:14Z</dcterms:created>
  <dcterms:modified xsi:type="dcterms:W3CDTF">2023-03-07T11:59:04Z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