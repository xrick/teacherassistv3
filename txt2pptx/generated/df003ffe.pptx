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半導體元件製造過程概覽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深入了解製程階段與技術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製造流程與關鍵步驟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微影、蝕刻、沉積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摻雜與平坦化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晶圓切割與封裝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自動化材料處理系統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製程階段比較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前段製程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光罩製造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光刻曝光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蝕刻與金屬沉積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後段製程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晶片分離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測試、封裝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品質檢測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關鍵數據概覽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19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5401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11‑13週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平均製程週期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123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5123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005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5123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300mm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123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晶圓尺寸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62609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自動化程度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331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331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36213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331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3000套／日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331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日產量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結語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半導體製程高度專業化且自動化程度高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前後段製程緊密配合確保產品品質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FOUP與EFEM技術保障微環境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未來需關注先進材料與節點發展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