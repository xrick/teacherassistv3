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College Elegance 模板測試報告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確保模板正確套用的關鍵步驟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College Elegance 模板測試流程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定義測試範圍與目標，確保所有關鍵功能被覆蓋。</a:t>
            </a:r>
          </a:p>
          <a:p>
            <a:r>
              <a:t>準備測試環境，包含不同作業系統與瀏覽器版本。</a:t>
            </a:r>
          </a:p>
          <a:p>
            <a:r>
              <a:t>執行模板套用，檢查文字、圖形與佈局是否符合設計。</a:t>
            </a:r>
          </a:p>
          <a:p>
            <a:r>
              <a:t>驗證輸出一致性，對照原始設計稿與實際輸出。</a:t>
            </a:r>
          </a:p>
          <a:p>
            <a:r>
              <a:t>收集回饋並修正，形成可重複的測試記錄。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測試結論與未來建議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模板已成功套用，輸出與設計稿高度一致。</a:t>
            </a:r>
          </a:p>
          <a:p>
            <a:r>
              <a:t>發現少量排版錯誤，已在修正清單中列出。</a:t>
            </a:r>
          </a:p>
          <a:p>
            <a:r>
              <a:t>建議優化文案與字體大小，以提升可讀性。</a:t>
            </a:r>
          </a:p>
          <a:p>
            <a:r>
              <a:t>未來可擴充多語言支援與自動化測試流程。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sch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Garamond</vt:lpstr>
      <vt:lpstr>Organisch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2023-03-07T12:04:32Z</dcterms:created>
  <dcterms:modified xsi:type="dcterms:W3CDTF">2023-03-07T12:04:45Z</dcterms:modified>
</cp:coreProperties>
</file>