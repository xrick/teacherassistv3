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6"/>
    <p:sldId id="257" r:id="rId7"/>
    <p:sldId id="258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 title="scalloped circle"/>
          <p:cNvSpPr/>
          <p:nvPr/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8523" y="1098388"/>
            <a:ext cx="10318418" cy="4394988"/>
          </a:xfrm>
        </p:spPr>
        <p:txBody>
          <a:bodyPr anchor="ctr">
            <a:noAutofit/>
          </a:bodyPr>
          <a:lstStyle>
            <a:lvl1pPr algn="ctr">
              <a:defRPr sz="10000" spc="800" baseline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15045" y="5979196"/>
            <a:ext cx="8045373" cy="742279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1" i="0" cap="all" spc="4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78523" y="6375679"/>
            <a:ext cx="2329722" cy="348462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9334D819-9F07-4261-B09B-9E467E5D9002}" type="datetimeFigureOut">
              <a:rPr lang="en-US" dirty="0"/>
              <a:pPr/>
              <a:t>3/7/2023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80332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67218" y="6375679"/>
            <a:ext cx="2329723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71766878-3199-4EAB-94E7-2D6D11070E14}" type="slidenum">
              <a:rPr lang="en-US" dirty="0"/>
              <a:pPr/>
              <a:t>‹Nr.›</a:t>
            </a:fld>
            <a:endParaRPr lang="en-US" dirty="0"/>
          </a:p>
        </p:txBody>
      </p:sp>
      <p:sp>
        <p:nvSpPr>
          <p:cNvPr id="13" name="Rectangle 12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3/7/2023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Abschnitts-&#10;überschrif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2929" y="1073888"/>
            <a:ext cx="8187071" cy="4064627"/>
          </a:xfrm>
        </p:spPr>
        <p:txBody>
          <a:bodyPr anchor="b">
            <a:normAutofit/>
          </a:bodyPr>
          <a:lstStyle>
            <a:lvl1pPr>
              <a:defRPr sz="8400" spc="800" baseline="0">
                <a:solidFill>
                  <a:schemeClr val="tx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42930" y="5159781"/>
            <a:ext cx="7017488" cy="9511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1" i="0" cap="all" spc="4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236546" y="6375679"/>
            <a:ext cx="1493947" cy="348462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9334D819-9F07-4261-B09B-9E467E5D9002}" type="datetimeFigureOut">
              <a:rPr lang="en-US" dirty="0"/>
              <a:pPr/>
              <a:t>3/7/2023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279064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42434" y="6375679"/>
            <a:ext cx="1487566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71766878-3199-4EAB-94E7-2D6D11070E14}" type="slidenum">
              <a:rPr lang="en-US" dirty="0"/>
              <a:pPr/>
              <a:t>‹Nr.›</a:t>
            </a:fld>
            <a:endParaRPr lang="en-US" dirty="0"/>
          </a:p>
        </p:txBody>
      </p:sp>
      <p:grpSp>
        <p:nvGrpSpPr>
          <p:cNvPr id="7" name="Group 6" title="left scallop shape"/>
          <p:cNvGrpSpPr/>
          <p:nvPr/>
        </p:nvGrpSpPr>
        <p:grpSpPr>
          <a:xfrm>
            <a:off x="0" y="0"/>
            <a:ext cx="2814638" cy="6858000"/>
            <a:chOff x="0" y="0"/>
            <a:chExt cx="2814638" cy="6858000"/>
          </a:xfrm>
        </p:grpSpPr>
        <p:sp>
          <p:nvSpPr>
            <p:cNvPr id="11" name="Freeform 6" title="left scallop shape"/>
            <p:cNvSpPr/>
            <p:nvPr/>
          </p:nvSpPr>
          <p:spPr bwMode="auto">
            <a:xfrm>
              <a:off x="0" y="0"/>
              <a:ext cx="2814638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6" name="Freeform 11" title="left scallop inline"/>
            <p:cNvSpPr/>
            <p:nvPr/>
          </p:nvSpPr>
          <p:spPr bwMode="auto">
            <a:xfrm>
              <a:off x="874382" y="0"/>
              <a:ext cx="1646238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286000"/>
            <a:ext cx="4800600" cy="36195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47796" y="2286000"/>
            <a:ext cx="4800600" cy="36195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3/7/2023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2728" y="381000"/>
            <a:ext cx="10172700" cy="1493517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7300" y="2909102"/>
            <a:ext cx="4800600" cy="299639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33864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33864" y="2909102"/>
            <a:ext cx="4800600" cy="299639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3/7/2023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3/7/2023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3/7/2023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4" y="457199"/>
            <a:ext cx="3092115" cy="1196671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cap="all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051" y="920377"/>
            <a:ext cx="6158418" cy="498512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5" y="1741336"/>
            <a:ext cx="3092115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051" y="6375679"/>
            <a:ext cx="1233355" cy="348462"/>
          </a:xfrm>
        </p:spPr>
        <p:txBody>
          <a:bodyPr/>
          <a:lstStyle/>
          <a:p>
            <a:fld id="{9334D819-9F07-4261-B09B-9E467E5D9002}" type="datetimeFigureOut">
              <a:rPr lang="en-US" dirty="0"/>
              <a:t>3/7/2023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0" y="6375679"/>
            <a:ext cx="3482179" cy="34579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91014" y="6375679"/>
            <a:ext cx="1232456" cy="345796"/>
          </a:xfrm>
        </p:spPr>
        <p:txBody>
          <a:bodyPr/>
          <a:lstStyle/>
          <a:p>
            <a:fld id="{71766878-3199-4EAB-94E7-2D6D11070E14}" type="slidenum">
              <a:rPr lang="en-US" dirty="0"/>
              <a:t>‹Nr.›</a:t>
            </a:fld>
            <a:endParaRPr lang="en-US" dirty="0"/>
          </a:p>
        </p:txBody>
      </p:sp>
      <p:sp>
        <p:nvSpPr>
          <p:cNvPr id="8" name="Rectangle 7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83464" y="0"/>
            <a:ext cx="7355585" cy="68579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11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3" y="457200"/>
            <a:ext cx="3092117" cy="119667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3" y="1741336"/>
            <a:ext cx="3092117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950" y="6375679"/>
            <a:ext cx="1232456" cy="348462"/>
          </a:xfrm>
        </p:spPr>
        <p:txBody>
          <a:bodyPr/>
          <a:lstStyle/>
          <a:p>
            <a:fld id="{9334D819-9F07-4261-B09B-9E467E5D9002}" type="datetimeFigureOut">
              <a:rPr lang="en-US" dirty="0"/>
              <a:t>3/7/2023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1" y="6375679"/>
            <a:ext cx="3482178" cy="34579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87568" y="6375679"/>
            <a:ext cx="1234440" cy="345796"/>
          </a:xfrm>
        </p:spPr>
        <p:txBody>
          <a:bodyPr/>
          <a:lstStyle/>
          <a:p>
            <a:fld id="{71766878-3199-4EAB-94E7-2D6D11070E14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3/7/2023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6321" y="382386"/>
            <a:ext cx="1492132" cy="5600404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382385"/>
            <a:ext cx="8392585" cy="5600405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3/7/2023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286001"/>
            <a:ext cx="10178322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334D819-9F07-4261-B09B-9E467E5D9002}" type="datetimeFigureOut">
              <a:rPr lang="en-US" dirty="0"/>
              <a:pPr/>
              <a:t>3/7/2023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71766878-3199-4EAB-94E7-2D6D11070E14}" type="slidenum">
              <a:rPr lang="en-US" dirty="0"/>
              <a:pPr/>
              <a:t>‹Nr.›</a:t>
            </a:fld>
            <a:endParaRPr lang="en-US" dirty="0"/>
          </a:p>
        </p:txBody>
      </p:sp>
      <p:sp>
        <p:nvSpPr>
          <p:cNvPr id="11" name="Freeform 6" title="Left scallop edge"/>
          <p:cNvSpPr/>
          <p:nvPr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right edge border"/>
          <p:cNvSpPr/>
          <p:nvPr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100" kern="1200" cap="all" spc="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orient="horz" pos="4008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720">
          <p15:clr>
            <a:srgbClr val="F26B43"/>
          </p15:clr>
        </p15:guide>
        <p15:guide id="6" orient="horz" pos="240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測試摩登現代模板功能概覽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深入探討現代模板功能的測試與應用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核心概念與測試重點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摩登現代模板以模組化設計為基礎，提升開發效率與可維護性。</a:t>
            </a:r>
          </a:p>
          <a:p>
            <a:r>
              <a:t>功能完整性、跨瀏覽器相容性與回饋迴路的自動化驗證是關鍵測試項目。</a:t>
            </a:r>
          </a:p>
          <a:p>
            <a:r>
              <a:t>在企業內部報表、行銷素材與客戶介面中快速部署，實現快速迭代。</a:t>
            </a:r>
          </a:p>
          <a:p>
            <a:r>
              <a:t>版本衝突與樣式覆寫常見挑戰，建議使用命名空間與預編譯工具。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"/>
          </p:nvPr>
        </p:nvSpPr>
        <p:spPr/>
        <p:txBody>
          <a:bodyPr/>
          <a:p>
            <a:r>
              <a:t>建立模組化測試框架，結合 CI/CD 以持續驗證。</a:t>
            </a:r>
          </a:p>
          <a:p>
            <a:r>
              <a:t>未來模板將更注重可擴充性與多平台適配。</a:t>
            </a:r>
          </a:p>
          <a:p>
            <a:r>
              <a:t>思考如何將設計系統與測試流程整合，提升產品一致性。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結論與未來展望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adge">
  <a:themeElements>
    <a:clrScheme name="Badge">
      <a:dk1>
        <a:sysClr val="windowText" lastClr="000000"/>
      </a:dk1>
      <a:lt1>
        <a:sysClr val="window" lastClr="FFFFFF"/>
      </a:lt1>
      <a:dk2>
        <a:srgbClr val="0B082E"/>
      </a:dk2>
      <a:lt2>
        <a:srgbClr val="F3F3F2"/>
      </a:lt2>
      <a:accent1>
        <a:srgbClr val="62B4C6"/>
      </a:accent1>
      <a:accent2>
        <a:srgbClr val="1B376E"/>
      </a:accent2>
      <a:accent3>
        <a:srgbClr val="9EBE55"/>
      </a:accent3>
      <a:accent4>
        <a:srgbClr val="C65E5E"/>
      </a:accent4>
      <a:accent5>
        <a:srgbClr val="D3BA55"/>
      </a:accent5>
      <a:accent6>
        <a:srgbClr val="96648A"/>
      </a:accent6>
      <a:hlink>
        <a:srgbClr val="62B4C6"/>
      </a:hlink>
      <a:folHlink>
        <a:srgbClr val="96648A"/>
      </a:folHlink>
    </a:clrScheme>
    <a:fontScheme name="Badge">
      <a:majorFont>
        <a:latin typeface="Impact" panose="020B080603090205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メイリオ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Badg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dge" id="{71A07785-5930-41D4-9A83-E23602B48E98}" vid="{D71F8F05-6246-47AF-9E68-E57F6C93F79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TM10001106[[fn=Badge]]</Template>
  <TotalTime>0</TotalTime>
  <Words>0</Words>
  <Application>Microsoft Office PowerPoint</Application>
  <PresentationFormat>Breitbild</PresentationFormat>
  <Paragraphs>0</Paragraphs>
  <Slides>0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0</vt:i4>
      </vt:variant>
    </vt:vector>
  </HeadingPairs>
  <TitlesOfParts>
    <vt:vector size="4" baseType="lpstr">
      <vt:lpstr>Arial</vt:lpstr>
      <vt:lpstr>Gill Sans MT</vt:lpstr>
      <vt:lpstr>Impact</vt:lpstr>
      <vt:lpstr>Badge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Käch, Timon</dc:creator>
  <cp:lastModifiedBy>Käch, Timon</cp:lastModifiedBy>
  <cp:revision>1</cp:revision>
  <dcterms:created xsi:type="dcterms:W3CDTF">2023-03-07T12:07:15Z</dcterms:created>
  <dcterms:modified xsi:type="dcterms:W3CDTF">2023-03-07T12:07:58Z</dcterms:modified>
</cp:coreProperties>
</file>