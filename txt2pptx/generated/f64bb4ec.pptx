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54864" cy="3474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28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What is Discrete Mathematics?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 i="0">
                <a:solidFill>
                  <a:srgbClr val="02C39A"/>
                </a:solidFill>
                <a:latin typeface="Calibri Light"/>
              </a:defRPr>
            </a:pPr>
            <a:r>
              <a:t>A Beginner’s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Key Concepts of Discrete Mathematics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810512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Set theory – the foundation of all mathematical objects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78024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825496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569464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Logic &amp; proof techniques – the language of rigorous reasoning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93008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84048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584448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Combinatorics – counting the ways to arrange, choose, and combine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507992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4855464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4599431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Graph theory – networks, paths, and connectivity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522975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" y="5870448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5614415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Number theory – the arithmetic of integers and primes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463040"/>
            <a:ext cx="3474720" cy="4389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92640" y="338328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插圖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Why Discrete Mathematics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810512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Algorithms – the step‑by‑step procedures that computers follow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78024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825496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569464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Proofs – the guarantees that algorithms work correctly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93008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84048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584448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Data structures – efficient ways to store and retrieve information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507992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4855464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4599431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Cryptography – securing data through mathematical hardness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522975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" y="5870448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5614415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Error‑correcting codes – ensuring reliable communication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463040"/>
            <a:ext cx="3474720" cy="4389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92640" y="338328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插圖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Applications in Computer Science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810512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Coding theory – designing robust data transmission schemes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78024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825496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569464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Complexity theory – classifying problems by computational difficulty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93008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84048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584448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Formal verification – proving software and hardware correctness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507992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4855464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4599431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Automata theory – modeling finite state machines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522975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" y="5870448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5614415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Database design – using relational algebra and logic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463040"/>
            <a:ext cx="3474720" cy="4389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92640" y="338328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插圖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Engineering &amp; Social Science Uses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810512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Graph theory – analyzing networks, circuits, and logistics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78024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825496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569464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Game theory – modeling strategic interactions in economics and politics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93008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84048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584448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Scheduling &amp; optimization – solving real‑world resource allocation problems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507992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4855464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4599431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Discrete‑time control – designing digital controllers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522975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" y="5870448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5614415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Social network analysis – uncovering community structures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463040"/>
            <a:ext cx="3474720" cy="4389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92640" y="338328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插圖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Core Features of Discrete Mathematics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810512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Objects are inherently discrete (integers, graphs, strings)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78024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825496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569464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Recursion &amp; iteration – building solutions step by step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93008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84048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584448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Proof techniques – induction, contradiction, and constructive proofs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507992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4855464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4599431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Algorithmic focus – designing efficient, implementable procedures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522975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" y="5870448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5614415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Deterministic &amp; finite – suitable for computer implementation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463040"/>
            <a:ext cx="3474720" cy="4389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92640" y="338328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插圖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Discrete vs. Continuous Mathematics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82880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Continuous math excels at modeling physical, smooth phenomena (calculus, differential equations)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1460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88036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6060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Discrete math is tailored for finite, countable systems and algorithmic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93192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6576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Discrete proofs provide concrete guarantees for computer‑based solutions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61772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498348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4709159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Both fields complement each other in interdisciplinary research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463040"/>
            <a:ext cx="3474720" cy="4389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92640" y="338328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插圖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Future Directions in Discrete Mathematics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810512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Quantum computing – exploring discrete structures in quantum algorithms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78024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825496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569464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Machine learning – combinatorial optimization for feature selection and model design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93008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84048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584448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Network science – advanced graph analytics for large‑scale systems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507992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4855464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4599431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Cryptography – post‑quantum lattice‑based and code‑based schemes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522975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" y="5870448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5614415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Education – developing interactive, visual learning tools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463040"/>
            <a:ext cx="3474720" cy="4389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92640" y="338328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插圖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