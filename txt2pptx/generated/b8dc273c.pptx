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54864" cy="3474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28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離散數學概論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 i="0">
                <a:solidFill>
                  <a:srgbClr val="02C39A"/>
                </a:solidFill>
                <a:latin typeface="Calibri Light"/>
              </a:defRPr>
            </a:pPr>
            <a:r>
              <a:t>從基礎到實務應用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核心概念與定義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657600"/>
            <a:ext cx="21332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離散數學的本質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2880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離散空間：物件集合不含連續變化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88036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6060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集合論、圖論、組合數學等子領域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93192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6576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整數、質數、有限集合為典型例子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463040"/>
            <a:ext cx="3474720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92640" y="338328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Illustration of discrete structures such as sets, graphs, and integers in a clean, academic style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背景脈絡與重要性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657600"/>
            <a:ext cx="21332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離散數學在科技中的地位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2880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電腦科學基礎：演算法與資料結構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88036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6060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密碼學核心：質數與模運算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93192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6576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作業研究與排程優化常用圖論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61772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498348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4709159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資訊理論與編碼理論提升傳輸效率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463040"/>
            <a:ext cx="3474720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92640" y="338328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Academic classroom scene with students studying discrete mathematics concepts on a digital whiteboard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實際應用與挑戰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657600"/>
            <a:ext cx="21332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離散數學在實務中的應用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2880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資料結構：樹、堆、圖等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88036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6060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演算法：快速排序、最短路徑、組合優化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93192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6576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密碼系統：RSA、椭圆曲线加密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61772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498348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4709159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作業研究：PERT、線性規劃、排程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463040"/>
            <a:ext cx="3474720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92640" y="338328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Professional illustration of algorithmic flowcharts and cryptographic symbols in a modern office setting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未來趨勢與啟發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657600"/>
            <a:ext cx="21332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離散數學的未來走向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2880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機器學習與深度學習對離散模型需求增加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88036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6060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量子計算促進離散代數研究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93192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6576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自動化驗證與形式化方法擴散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61772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498348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4709159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跨學科融合：離散化與連續數學結合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463040"/>
            <a:ext cx="3474720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92640" y="338328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Futuristic visualization of quantum computers and AI algorithms interacting with discrete mathematical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