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靜謐禪意模板功能測試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探索禪意設計的功能與效益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核心概念與實際應用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以禪意為核心的視覺語言，強調空間與色彩的和諧</a:t>
            </a:r>
          </a:p>
          <a:p>
            <a:r>
              <a:t>模板可快速構建靜謐風格，減少視覺雜訊</a:t>
            </a:r>
          </a:p>
          <a:p>
            <a:r>
              <a:t>適用於會議室、工作室、健康中心等多種場景</a:t>
            </a:r>
          </a:p>
          <a:p>
            <a:r>
              <a:t>提升使用者專注與創造力，促進團隊協作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未來發展與實踐建議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持續優化色彩比例與空間配置，確保視覺舒適度</a:t>
            </a:r>
          </a:p>
          <a:p>
            <a:r>
              <a:t>結合 AI 生成禪意元素，提升模板自動化程度</a:t>
            </a:r>
          </a:p>
          <a:p>
            <a:r>
              <a:t>推廣跨部門協作與培訓，讓更多人了解並實踐禪意設計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TM10001114[[fn=Katalog]]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Katalog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Käch, Timon</dc:creator>
  <cp:lastModifiedBy>Käch, Timon</cp:lastModifiedBy>
  <cp:revision>2</cp:revision>
  <dcterms:created xsi:type="dcterms:W3CDTF">2023-03-07T10:31:54Z</dcterms:created>
  <dcterms:modified xsi:type="dcterms:W3CDTF">2023-03-07T10:33:06Z</dcterms:modified>
</cp:coreProperties>
</file>