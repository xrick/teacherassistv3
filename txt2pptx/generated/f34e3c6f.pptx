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169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 type="title">
  <p:cSld name="TITLE">
    <p:bg>
      <p:bgPr>
        <a:solidFill>
          <a:srgbClr val="F3F3F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15589" y="2396800"/>
            <a:ext cx="11360515" cy="1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589" y="3778833"/>
            <a:ext cx="11360515" cy="1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672720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02092" y="2618300"/>
            <a:ext cx="11318916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386640" y="3474300"/>
            <a:ext cx="6918226" cy="7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589" y="1536633"/>
            <a:ext cx="7841803" cy="4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Picture Placeholder 10"/>
          <p:cNvSpPr>
            <a:spLocks noGrp="1"/>
          </p:cNvSpPr>
          <p:nvPr>
            <p:ph type="pic" idx="10"/>
          </p:nvPr>
        </p:nvSpPr>
        <p:spPr>
          <a:xfrm>
            <a:off x="8569785" y="1536633"/>
            <a:ext cx="2930326" cy="47876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left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5427864" y="1611266"/>
            <a:ext cx="6273843" cy="4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Picture Placeholder 10"/>
          <p:cNvSpPr>
            <a:spLocks noGrp="1"/>
          </p:cNvSpPr>
          <p:nvPr>
            <p:ph type="pic" idx="10"/>
          </p:nvPr>
        </p:nvSpPr>
        <p:spPr>
          <a:xfrm>
            <a:off x="725048" y="1550866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righ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51062" y="210400"/>
            <a:ext cx="11772105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04128" y="1218000"/>
            <a:ext cx="6764630" cy="48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Picture Placeholder 10"/>
          <p:cNvSpPr>
            <a:spLocks noGrp="1"/>
          </p:cNvSpPr>
          <p:nvPr>
            <p:ph type="pic" idx="10"/>
          </p:nvPr>
        </p:nvSpPr>
        <p:spPr>
          <a:xfrm>
            <a:off x="7180087" y="1218000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_states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72590" y="303433"/>
            <a:ext cx="11419714" cy="6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241660" y="1158100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4237841" y="1148029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8234060" y="1109533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TWO_COLUMNS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71893" y="302100"/>
            <a:ext cx="11756105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73288" y="1148033"/>
            <a:ext cx="11419714" cy="5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51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測試預設版面模板功能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功能概述與實務應用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模板功能的挑戰與解決方案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挑戰：模板更新滯後、使用者自定義受限、跨平台兼容性。</a:t>
            </a:r>
          </a:p>
          <a:p>
            <a:r>
              <a:t>解決方案：建立版本控制、提供自定義模組、使用雲端同步。</a:t>
            </a:r>
          </a:p>
          <a:p>
            <a:r>
              <a:t>最佳實踐：制定版式指南、培訓設計師、定期回顧模板效能。</a:t>
            </a:r>
          </a:p>
          <a:p>
            <a:r>
              <a:t>量化指標：平均設計時間減少 30-50%，錯誤率下降 20%。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未來展望與實務建議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未來趨勢：AI輔助自動排版、個性化模板、跨設備即時協作。</a:t>
            </a:r>
          </a:p>
          <a:p>
            <a:r>
              <a:t>實務建議：持續更新模板庫、加強使用者培訓、建立回饋機制。</a:t>
            </a:r>
          </a:p>
          <a:p>
            <a:r>
              <a:t>結語：預設版面模板是提升設計效率與品牌一致性的關鍵工具，需持續優化與更新。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極簡白-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