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7" r:id="rId4"/>
  </p:sldMasterIdLst>
  <p:notesMasterIdLst>
    <p:notesMasterId r:id="rId5"/>
  </p:notesMasterIdLst>
  <p:sldIdLst/>
  <p:sldSz cy="6858000" cx="1219169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slide" type="title">
  <p:cSld name="TITLE">
    <p:bg>
      <p:bgPr>
        <a:solidFill>
          <a:srgbClr val="F3F3F3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415589" y="2396800"/>
            <a:ext cx="11360515" cy="127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415589" y="3778833"/>
            <a:ext cx="11360515" cy="105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11296328" y="6217622"/>
            <a:ext cx="731581" cy="52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0" y="6727200"/>
            <a:ext cx="12191694" cy="130800"/>
          </a:xfrm>
          <a:prstGeom prst="rect">
            <a:avLst/>
          </a:prstGeom>
          <a:solidFill>
            <a:srgbClr val="1B3A5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11296328" y="6217622"/>
            <a:ext cx="731581" cy="52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02092" y="2618300"/>
            <a:ext cx="11318916" cy="6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" type="subTitle"/>
          </p:nvPr>
        </p:nvSpPr>
        <p:spPr>
          <a:xfrm>
            <a:off x="2386640" y="3474300"/>
            <a:ext cx="6918226" cy="70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llets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415589" y="593366"/>
            <a:ext cx="11360515" cy="7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415589" y="1536633"/>
            <a:ext cx="7841803" cy="48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11296328" y="6217622"/>
            <a:ext cx="731581" cy="52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3" name="Picture Placeholder 10"/>
          <p:cNvSpPr>
            <a:spLocks noGrp="1"/>
          </p:cNvSpPr>
          <p:nvPr>
            <p:ph type="pic" idx="10"/>
          </p:nvPr>
        </p:nvSpPr>
        <p:spPr>
          <a:xfrm>
            <a:off x="8569785" y="1536633"/>
            <a:ext cx="2930326" cy="4787600"/>
          </a:xfrm>
          <a:prstGeom prst="rect">
            <a:avLst/>
          </a:prstGeom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_column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415589" y="593366"/>
            <a:ext cx="11360515" cy="7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415589" y="1536633"/>
            <a:ext cx="5333066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6443038" y="1536633"/>
            <a:ext cx="5333066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11296328" y="6217622"/>
            <a:ext cx="731581" cy="52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_left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415589" y="593366"/>
            <a:ext cx="11360515" cy="7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11296328" y="6217622"/>
            <a:ext cx="731581" cy="52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3" name="Google Shape;33;p6"/>
          <p:cNvSpPr txBox="1"/>
          <p:nvPr>
            <p:ph idx="1" type="body"/>
          </p:nvPr>
        </p:nvSpPr>
        <p:spPr>
          <a:xfrm>
            <a:off x="5427864" y="1611266"/>
            <a:ext cx="6273843" cy="481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" name="Picture Placeholder 10"/>
          <p:cNvSpPr>
            <a:spLocks noGrp="1"/>
          </p:cNvSpPr>
          <p:nvPr>
            <p:ph type="pic" idx="10"/>
          </p:nvPr>
        </p:nvSpPr>
        <p:spPr>
          <a:xfrm>
            <a:off x="725048" y="1550866"/>
            <a:ext cx="4511487" cy="4874000"/>
          </a:xfrm>
          <a:prstGeom prst="rect">
            <a:avLst/>
          </a:prstGeom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_righ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7"/>
          <p:cNvSpPr txBox="1"/>
          <p:nvPr>
            <p:ph type="title"/>
          </p:nvPr>
        </p:nvSpPr>
        <p:spPr>
          <a:xfrm>
            <a:off x="151062" y="210400"/>
            <a:ext cx="11772105" cy="79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" name="Google Shape;36;p7"/>
          <p:cNvSpPr txBox="1"/>
          <p:nvPr>
            <p:ph idx="1" type="body"/>
          </p:nvPr>
        </p:nvSpPr>
        <p:spPr>
          <a:xfrm>
            <a:off x="204128" y="1218000"/>
            <a:ext cx="6764630" cy="48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11296328" y="6217622"/>
            <a:ext cx="731581" cy="52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8" name="Picture Placeholder 10"/>
          <p:cNvSpPr>
            <a:spLocks noGrp="1"/>
          </p:cNvSpPr>
          <p:nvPr>
            <p:ph type="pic" idx="10"/>
          </p:nvPr>
        </p:nvSpPr>
        <p:spPr>
          <a:xfrm>
            <a:off x="7180087" y="1218000"/>
            <a:ext cx="4511487" cy="4874000"/>
          </a:xfrm>
          <a:prstGeom prst="rect">
            <a:avLst/>
          </a:prstGeom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ey_states">
  <p:cSld name="CAPTION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idx="1" type="body"/>
          </p:nvPr>
        </p:nvSpPr>
        <p:spPr>
          <a:xfrm>
            <a:off x="372590" y="303433"/>
            <a:ext cx="11419714" cy="66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11296328" y="6217622"/>
            <a:ext cx="731581" cy="52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2" name="Google Shape;42;p8"/>
          <p:cNvSpPr txBox="1"/>
          <p:nvPr>
            <p:ph idx="2" type="body"/>
          </p:nvPr>
        </p:nvSpPr>
        <p:spPr>
          <a:xfrm>
            <a:off x="241660" y="1158100"/>
            <a:ext cx="3534711" cy="53676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3" type="body"/>
          </p:nvPr>
        </p:nvSpPr>
        <p:spPr>
          <a:xfrm>
            <a:off x="4237841" y="1148029"/>
            <a:ext cx="3534711" cy="53676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4" type="body"/>
          </p:nvPr>
        </p:nvSpPr>
        <p:spPr>
          <a:xfrm>
            <a:off x="8234060" y="1109533"/>
            <a:ext cx="3534711" cy="53676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TITLE_AND_TWO_COLUMNS_1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415589" y="593366"/>
            <a:ext cx="11360515" cy="7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" type="body"/>
          </p:nvPr>
        </p:nvSpPr>
        <p:spPr>
          <a:xfrm>
            <a:off x="415589" y="1536633"/>
            <a:ext cx="5333066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6443038" y="1536633"/>
            <a:ext cx="5333066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11296328" y="6217622"/>
            <a:ext cx="731581" cy="52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clusion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11296328" y="6217622"/>
            <a:ext cx="731581" cy="52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52" name="Google Shape;52;p10"/>
          <p:cNvSpPr txBox="1"/>
          <p:nvPr>
            <p:ph type="title"/>
          </p:nvPr>
        </p:nvSpPr>
        <p:spPr>
          <a:xfrm>
            <a:off x="271893" y="302100"/>
            <a:ext cx="11756105" cy="7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473288" y="1148033"/>
            <a:ext cx="11419714" cy="514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15589" y="593366"/>
            <a:ext cx="11360515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15589" y="1536633"/>
            <a:ext cx="11360515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1296328" y="6217622"/>
            <a:ext cx="731581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9" name="Google Shape;9;p1"/>
          <p:cNvSpPr/>
          <p:nvPr/>
        </p:nvSpPr>
        <p:spPr>
          <a:xfrm>
            <a:off x="0" y="0"/>
            <a:ext cx="12191694" cy="130800"/>
          </a:xfrm>
          <a:prstGeom prst="rect">
            <a:avLst/>
          </a:prstGeom>
          <a:solidFill>
            <a:srgbClr val="1B3A5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極簡白-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