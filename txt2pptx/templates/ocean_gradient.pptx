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 type="title">
  <p:cSld name="TITLE">
    <p:bg>
      <p:bgPr>
        <a:solidFill>
          <a:srgbClr val="F3F3F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1797600"/>
            <a:ext cx="8520600" cy="9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5045400"/>
            <a:ext cx="9144000" cy="981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226575" y="1963725"/>
            <a:ext cx="84894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790025" y="2605725"/>
            <a:ext cx="51888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5881500" cy="36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6427500" y="1152475"/>
            <a:ext cx="2197800" cy="359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column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left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543800" y="1163150"/>
            <a:ext cx="3383700" cy="365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IMAGE</a:t>
            </a:r>
            <a:endParaRPr/>
          </a:p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4071000" y="1208450"/>
            <a:ext cx="4705500" cy="3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righ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113300" y="157800"/>
            <a:ext cx="8829300" cy="5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153100" y="913500"/>
            <a:ext cx="5073600" cy="3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" name="Google Shape;38;p7"/>
          <p:cNvSpPr/>
          <p:nvPr/>
        </p:nvSpPr>
        <p:spPr>
          <a:xfrm>
            <a:off x="5385200" y="913500"/>
            <a:ext cx="3383700" cy="365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IMAGE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_states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idx="1" type="body"/>
          </p:nvPr>
        </p:nvSpPr>
        <p:spPr>
          <a:xfrm>
            <a:off x="279450" y="227575"/>
            <a:ext cx="8565000" cy="4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181250" y="868575"/>
            <a:ext cx="2651100" cy="4025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3" type="body"/>
          </p:nvPr>
        </p:nvSpPr>
        <p:spPr>
          <a:xfrm>
            <a:off x="3178461" y="861022"/>
            <a:ext cx="2651100" cy="4025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4" type="body"/>
          </p:nvPr>
        </p:nvSpPr>
        <p:spPr>
          <a:xfrm>
            <a:off x="6175700" y="832150"/>
            <a:ext cx="2651100" cy="4025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TITLE_AND_TWO_COLUMNS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203925" y="226575"/>
            <a:ext cx="88173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54975" y="861025"/>
            <a:ext cx="8565000" cy="3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9144000" cy="981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ctrTitle"/>
          </p:nvPr>
        </p:nvSpPr>
        <p:spPr>
          <a:xfrm>
            <a:off x="311700" y="1779000"/>
            <a:ext cx="8520600" cy="10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/>
          </a:p>
        </p:txBody>
      </p:sp>
      <p:sp>
        <p:nvSpPr>
          <p:cNvPr id="59" name="Google Shape;59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極簡白-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