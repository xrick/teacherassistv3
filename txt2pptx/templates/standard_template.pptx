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9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 type="title">
  <p:cSld name="TITLE">
    <p:bg>
      <p:bgPr>
        <a:solidFill>
          <a:srgbClr val="F3F3F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15589" y="2396800"/>
            <a:ext cx="11360515" cy="1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15589" y="3778833"/>
            <a:ext cx="11360515" cy="10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672720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02092" y="2618300"/>
            <a:ext cx="11318916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386640" y="3474300"/>
            <a:ext cx="6918226" cy="7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5589" y="1536633"/>
            <a:ext cx="7841803" cy="48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Picture Placeholder 10"/>
          <p:cNvSpPr>
            <a:spLocks noGrp="1"/>
          </p:cNvSpPr>
          <p:nvPr>
            <p:ph type="pic" idx="10"/>
          </p:nvPr>
        </p:nvSpPr>
        <p:spPr>
          <a:xfrm>
            <a:off x="8569785" y="1536633"/>
            <a:ext cx="2930326" cy="47876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left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5427864" y="1611266"/>
            <a:ext cx="6273843" cy="4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Picture Placeholder 10"/>
          <p:cNvSpPr>
            <a:spLocks noGrp="1"/>
          </p:cNvSpPr>
          <p:nvPr>
            <p:ph type="pic" idx="10"/>
          </p:nvPr>
        </p:nvSpPr>
        <p:spPr>
          <a:xfrm>
            <a:off x="725048" y="1550866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righ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151062" y="210400"/>
            <a:ext cx="11772105" cy="7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204128" y="1218000"/>
            <a:ext cx="6764630" cy="48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" name="Picture Placeholder 10"/>
          <p:cNvSpPr>
            <a:spLocks noGrp="1"/>
          </p:cNvSpPr>
          <p:nvPr>
            <p:ph type="pic" idx="10"/>
          </p:nvPr>
        </p:nvSpPr>
        <p:spPr>
          <a:xfrm>
            <a:off x="7180087" y="1218000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_states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72590" y="303433"/>
            <a:ext cx="11419714" cy="6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241660" y="1158100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4237841" y="1148029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4" type="body"/>
          </p:nvPr>
        </p:nvSpPr>
        <p:spPr>
          <a:xfrm>
            <a:off x="8234060" y="1109533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TITLE_AND_TWO_COLUMNS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271893" y="302100"/>
            <a:ext cx="11756105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473288" y="1148033"/>
            <a:ext cx="11419714" cy="5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36633"/>
            <a:ext cx="1136051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TeacherAssist 模板展示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Ocean Gradient — 9 種佈局完整範例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第一章：基礎功能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條列式與雙欄佈局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核心技術特色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架構驅動的內容擴充</a:t>
            </a:r>
          </a:p>
          <a:p>
            <a:r>
              <a:t>9 種專業投影片佈局自動分配</a:t>
            </a:r>
          </a:p>
          <a:p>
            <a:r>
              <a:t>LLM 離線推論（Ollama）與雲端 API 雙軌支援</a:t>
            </a:r>
          </a:p>
          <a:p>
            <a:r>
              <a:t>基於 python-pptx 的精確渲染引擎</a:t>
            </a:r>
          </a:p>
          <a:p>
            <a:r>
              <a:t>模板化設計：設計與邏輯完全分離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Code-Drawn vs Template-Based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程式繪製 (Code-Drawn)</a:t>
            </a:r>
          </a:p>
          <a:p>
            <a:r>
              <a:t>所有元素以座標定位</a:t>
            </a:r>
          </a:p>
          <a:p>
            <a:r>
              <a:t>設計變更需改程式碼</a:t>
            </a:r>
          </a:p>
          <a:p>
            <a:r>
              <a:t>約 460 行 Python</a:t>
            </a:r>
          </a:p>
          <a:p>
            <a:r>
              <a:t>完全程式化控制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b="1"/>
              <a:t>模板填充 (Template-Based)</a:t>
            </a:r>
          </a:p>
          <a:p>
            <a:r>
              <a:t>透過 Placeholder 填入內容</a:t>
            </a:r>
          </a:p>
          <a:p>
            <a:r>
              <a:t>設計變更只需改模板檔案</a:t>
            </a:r>
          </a:p>
          <a:p>
            <a:r>
              <a:t>約 230 行 Python</a:t>
            </a:r>
          </a:p>
          <a:p>
            <a:r>
              <a:t>設計與邏輯分離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左圖右文佈局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左側預留圖片佔位符 (Picture Placeholder)</a:t>
            </a:r>
          </a:p>
          <a:p>
            <a:r>
              <a:t>右側為條列式內容區域</a:t>
            </a:r>
          </a:p>
          <a:p>
            <a:r>
              <a:t>適合產品展示、案例說明</a:t>
            </a:r>
          </a:p>
          <a:p>
            <a:r>
              <a:t>未來可串接 AI 圖像生成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左文右圖佈局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左側為文字內容區域</a:t>
            </a:r>
          </a:p>
          <a:p>
            <a:r>
              <a:t>右側預留圖片佔位符</a:t>
            </a:r>
          </a:p>
          <a:p>
            <a:r>
              <a:t>適合數據視覺化、圖表展示</a:t>
            </a:r>
          </a:p>
          <a:p>
            <a:r>
              <a:t>支援 insert_picture() 插入真實圖片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關鍵數據一覽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ctr"/>
            <a:r>
              <a:rPr b="1" sz="2800"/>
              <a:t>9</a:t>
            </a:r>
          </a:p>
          <a:p>
            <a:pPr algn="ctr"/>
            <a:r>
              <a:rPr sz="1100"/>
              <a:t>投影片佈局類型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ctr"/>
            <a:r>
              <a:rPr b="1" sz="2800"/>
              <a:t>230</a:t>
            </a:r>
          </a:p>
          <a:p>
            <a:pPr algn="ctr"/>
            <a:r>
              <a:rPr sz="1100"/>
              <a:t>Python 程式碼行數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algn="ctr"/>
            <a:r>
              <a:rPr b="1" sz="2800"/>
              <a:t>13.3"</a:t>
            </a:r>
          </a:p>
          <a:p>
            <a:pPr algn="ctr"/>
            <a:r>
              <a:rPr sz="1100"/>
              <a:t>投影片寬度 (吋)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Slides vs PowerPoint 模板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Google Slides 匯出</a:t>
            </a:r>
          </a:p>
          <a:p>
            <a:r>
              <a:t>無 Picture Placeholder 支援</a:t>
            </a:r>
          </a:p>
          <a:p>
            <a:r>
              <a:t>預設尺寸 10" x 5.62"</a:t>
            </a:r>
          </a:p>
          <a:p>
            <a:r>
              <a:t>需要 fix script 補強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b="1"/>
              <a:t>PowerPoint 原生</a:t>
            </a:r>
          </a:p>
          <a:p>
            <a:r>
              <a:t>完整 Placeholder 支援</a:t>
            </a:r>
          </a:p>
          <a:p>
            <a:r>
              <a:t>標準尺寸 13.333" x 7.5"</a:t>
            </a:r>
          </a:p>
          <a:p>
            <a:r>
              <a:t>直接可用，無需修補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總結與展望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模板化架構已完成，可作為 drop-in replacement</a:t>
            </a:r>
          </a:p>
          <a:p>
            <a:r>
              <a:t>未來可擴充更多 .pptx 模板檔案</a:t>
            </a:r>
          </a:p>
          <a:p>
            <a:r>
              <a:t>AI 圖像生成串接後可填充 Picture Placeholder</a:t>
            </a:r>
          </a:p>
          <a:p>
            <a:r>
              <a:t>VLM 視覺審查可進一步優化排版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極簡白-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