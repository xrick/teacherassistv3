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深度學習（英語：deep learning）是機器學習的分支...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自動生成簡報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深度學習是機器學習中一種基於對資料進行表徵學習的演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觀測值（例如一幅圖像）可以使用多種方式來表示，如每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而使用某些特定的表示方法更容易從實例中學習任務（例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深度學習的好處是用非監督式或半監督式的特徵學習和分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[7]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business concept illustration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表徵學習的目標是尋求更好的表示方法並建立更好的模型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表示方法來自神經科學，並鬆散地建立在類似神經系統中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[8]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295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8415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modern technology workspace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至今已有數種深度學習框架，如深度神經網路、卷積神經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方面一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方面二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C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結論與展望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核心要點回顧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未來發展方向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下一步行動計畫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歡迎提問與討論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