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3003"/>
    <p:restoredTop sz="94737"/>
  </p:normalViewPr>
  <p:slideViewPr>
    <p:cSldViewPr snapToGrid="0">
      <p:cViewPr varScale="1">
        <p:scale>
          <a:sx n="169" d="100"/>
          <a:sy n="169" d="100"/>
        </p:scale>
        <p:origin x="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043C37-BF7E-A65D-CB0A-DAD4E488CE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A42B972-BA3D-BA25-7E4B-14FC452850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</p:spTree>
    <p:extLst>
      <p:ext uri="{BB962C8B-B14F-4D97-AF65-F5344CB8AC3E}">
        <p14:creationId xmlns:p14="http://schemas.microsoft.com/office/powerpoint/2010/main" val="3566843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E0DFF9-18D9-B373-33D8-D1F5C6F9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09" y="311936"/>
            <a:ext cx="11448263" cy="73820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FCA7AC-A8E8-E51F-FEB6-DC617B311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610" y="1246910"/>
            <a:ext cx="11388436" cy="524457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11FEEA-8AB5-8363-6690-E77A7E4B7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7873" y="6409249"/>
            <a:ext cx="464127" cy="365125"/>
          </a:xfrm>
        </p:spPr>
        <p:txBody>
          <a:bodyPr/>
          <a:lstStyle/>
          <a:p>
            <a:fld id="{F94C4875-E94A-BA49-A68D-92766857019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67299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26DECE-38D1-2319-C1D4-8F6850913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EA111C4-E980-21EC-4E9B-D56257427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C487BB-A237-6A58-123A-FAAF553C7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4680C-BAA0-4744-BA6D-91848927D2AA}" type="datetimeFigureOut">
              <a:rPr kumimoji="1" lang="zh-TW" altLang="en-US" smtClean="0"/>
              <a:t>2026/3/10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BFF78A-1119-8FB3-3B60-49125CFF9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7988F9-2E54-19B8-4652-38A1768E1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4875-E94A-BA49-A68D-92766857019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2158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7A1D15-29EB-1920-A154-9EDC066F6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5F3937-A970-2ED2-E713-20C8890875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5A18FE6-A2D3-8D3F-1ECB-56FDFDAD9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9D9B224-3E5E-837B-85DB-F73991419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4680C-BAA0-4744-BA6D-91848927D2AA}" type="datetimeFigureOut">
              <a:rPr kumimoji="1" lang="zh-TW" altLang="en-US" smtClean="0"/>
              <a:t>2026/3/10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81BF283-AD70-11D1-E0E9-058754026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32B0951-CA90-1835-C535-16083045F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4875-E94A-BA49-A68D-92766857019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4719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E9967A-C9DC-7EEF-F860-D663D8A2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388CA35-EEBF-62A4-AF1E-198617233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99C7109-1D41-0ADF-6693-A69D5A730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F1F25B9-6B50-316D-10DD-D1393E5C11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CE284AF-5308-9A89-CB45-61D046ACA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F4604E9-5BF2-83D2-9C60-882A4D936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4680C-BAA0-4744-BA6D-91848927D2AA}" type="datetimeFigureOut">
              <a:rPr kumimoji="1" lang="zh-TW" altLang="en-US" smtClean="0"/>
              <a:t>2026/3/10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6D7AD10-B173-252E-9AD1-742D041AD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23E6DD1-DE58-0498-EBF2-631F23A9F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4875-E94A-BA49-A68D-92766857019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84826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7E84A7-E904-E869-5F2F-C2A628C5A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5CE4FAC-2D12-9566-178E-D9947D74F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4680C-BAA0-4744-BA6D-91848927D2AA}" type="datetimeFigureOut">
              <a:rPr kumimoji="1" lang="zh-TW" altLang="en-US" smtClean="0"/>
              <a:t>2026/3/10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BE30348-5BB5-5A9D-54BD-93F6EFDE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41CC48B-9F18-7238-0389-435AB6D57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4875-E94A-BA49-A68D-92766857019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46237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8D12F0B-0B7B-E29F-9ECC-90BF6510C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4680C-BAA0-4744-BA6D-91848927D2AA}" type="datetimeFigureOut">
              <a:rPr kumimoji="1" lang="zh-TW" altLang="en-US" smtClean="0"/>
              <a:t>2026/3/10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529E2A5-90E0-169C-A233-D154E4546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AAE37D-5EC9-EEC8-48B4-480E8F6CA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4875-E94A-BA49-A68D-92766857019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87884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BC4257-BE73-16B1-AF17-1A6DCD1C8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78D9B2-0676-E7B5-99D4-68E2A2032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B4B7C5D-7781-5F20-FB1C-3F4DAD8CD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C1881D5-B63E-53C4-BC7F-FE05F034E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4680C-BAA0-4744-BA6D-91848927D2AA}" type="datetimeFigureOut">
              <a:rPr kumimoji="1" lang="zh-TW" altLang="en-US" smtClean="0"/>
              <a:t>2026/3/10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77DB3E0-6004-C1E5-94BF-74ABE8B6E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617F450-241B-FC22-A624-ECBA0B906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4875-E94A-BA49-A68D-92766857019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64432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F82D35-E88A-AC2F-B339-EC0050D28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4BC9935-81C8-2689-494B-D0389CC083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B7EEAFF-1F55-1807-BA46-A1464C7B4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EE0D663-E7BA-772A-9DAE-FD1F2CAA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4680C-BAA0-4744-BA6D-91848927D2AA}" type="datetimeFigureOut">
              <a:rPr kumimoji="1" lang="zh-TW" altLang="en-US" smtClean="0"/>
              <a:t>2026/3/10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26D2D54-96E6-947E-C06B-9A5638A1F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586B3A3-708C-3F9C-A6D7-4D3EB1F4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4875-E94A-BA49-A68D-92766857019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0922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95EC3E-6C65-8727-DF67-D202FA504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7372DDE-A5A2-F209-F466-6FAE37DF5B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B962CC-8ACF-8DD7-7D11-5EE05A52F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4680C-BAA0-4744-BA6D-91848927D2AA}" type="datetimeFigureOut">
              <a:rPr kumimoji="1" lang="zh-TW" altLang="en-US" smtClean="0"/>
              <a:t>2026/3/10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346578E-42B0-35A2-CE90-F625E584F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438CA3D-7F69-707A-9486-FC4E2B788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4875-E94A-BA49-A68D-92766857019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70912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6813B6F-4E4C-BEBA-6F43-EF634A0850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87F59D9-34F6-53F9-4B2D-D3D4AD395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524845-E309-385D-49BA-224160D32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4680C-BAA0-4744-BA6D-91848927D2AA}" type="datetimeFigureOut">
              <a:rPr kumimoji="1" lang="zh-TW" altLang="en-US" smtClean="0"/>
              <a:t>2026/3/10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E56BE9-1E2E-6F4B-DF8C-D425239CF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7974CB-4560-5D6B-2668-78E93C678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4875-E94A-BA49-A68D-92766857019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74019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BE68021-C84A-4C09-B980-CC28E6874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D8A5127-5CD8-E691-723D-8D2579FE9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82CF19-CAB7-3A9E-8209-8B261EC54B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4680C-BAA0-4744-BA6D-91848927D2AA}" type="datetimeFigureOut">
              <a:rPr kumimoji="1" lang="zh-TW" altLang="en-US" smtClean="0"/>
              <a:t>2026/3/10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715D19-77BE-F53B-3602-2C7FBA2228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97E6DD-EE4D-3DB7-0B30-04EED45B0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C4875-E94A-BA49-A68D-92766857019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44770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D3AC0A-B996-5D6F-6289-6E3B793DD3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9EB65AD-C8F5-7DA9-C245-1F145FC5A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43890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Macintosh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RickLiao</dc:creator>
  <cp:lastModifiedBy>RickLiao</cp:lastModifiedBy>
  <cp:revision>1</cp:revision>
  <dcterms:created xsi:type="dcterms:W3CDTF">2026-03-10T06:41:08Z</dcterms:created>
  <dcterms:modified xsi:type="dcterms:W3CDTF">2026-03-10T06:47:48Z</dcterms:modified>
</cp:coreProperties>
</file>