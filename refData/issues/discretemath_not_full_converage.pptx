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離散數學概論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基礎、應用與未來趨勢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核心概念與定義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離散數學的核心概念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研究離散結構與關係，與連續數學形成對照。</a:t>
            </a:r>
          </a:p>
          <a:p>
            <a:r>
              <a:t>包含集合論、圖論、組合數學、數論等主題。</a:t>
            </a:r>
          </a:p>
          <a:p>
            <a:r>
              <a:t>離散結構可用遞迴與遞推描述，易於程式化。</a:t>
            </a:r>
          </a:p>
          <a:p>
            <a:r>
              <a:t>提供離散近似與離散化方法，支援計算機科學與工程。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背景脈絡與重要性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實際應用案例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離散數學的未來與思考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人工智慧與機器學習將更依賴離散化方法。</a:t>
            </a:r>
          </a:p>
          <a:p>
            <a:r>
              <a:t>量子計算的理論基礎正逐步建立於離散數學。</a:t>
            </a:r>
          </a:p>
          <a:p>
            <a:r>
              <a:t>跨領域合作將推動離散數學在商業決策中的創新應用。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TM10001114[[fn=Katalog]]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Katalog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Käch, Timon</dc:creator>
  <cp:lastModifiedBy>Käch, Timon</cp:lastModifiedBy>
  <cp:revision>2</cp:revision>
  <dcterms:created xsi:type="dcterms:W3CDTF">2023-03-07T10:31:54Z</dcterms:created>
  <dcterms:modified xsi:type="dcterms:W3CDTF">2023-03-07T10:33:06Z</dcterms:modified>
</cp:coreProperties>
</file>