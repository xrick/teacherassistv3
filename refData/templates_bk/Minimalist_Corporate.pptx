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5"/>
  </p:notesMasterIdLst>
  <p:handoutMasterIdLst>
    <p:handoutMasterId r:id="rId6"/>
  </p:handoutMasterIdLst>
  <p:sldSz cx="12192000" cy="6858000"/>
  <p:notesSz cx="6858000" cy="9144000"/>
  <p:defaultTextStyle>
    <a:defPPr rtl="0"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 horzBarState="maximized">
    <p:restoredLeft sz="14984" autoAdjust="0"/>
    <p:restoredTop sz="94619" autoAdjust="0"/>
  </p:normalViewPr>
  <p:slideViewPr>
    <p:cSldViewPr snapToGrid="0">
      <p:cViewPr varScale="1">
        <p:scale>
          <a:sx n="129" d="100"/>
          <a:sy n="129" d="100"/>
        </p:scale>
        <p:origin x="520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8" d="100"/>
          <a:sy n="88" d="100"/>
        </p:scale>
        <p:origin x="2934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handoutMaster" Target="handoutMasters/handoutMaster1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 dirty="0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761137-B2F4-44A2-AEA9-B8D72975A05F}" type="datetime1">
              <a:rPr lang="de-DE" smtClean="0"/>
              <a:t>18.02.26</a:t>
            </a:fld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E2E3065-8A24-47C9-A843-0DFEC08A77C7}" type="slidenum">
              <a:rPr lang="de-DE" smtClean="0"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953876597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de-DE" noProof="0" dirty="0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E546253B-BE88-45C5-9ABC-A8414C168BD1}" type="datetime1">
              <a:rPr lang="de-DE" noProof="0" smtClean="0"/>
              <a:t>18.02.26</a:t>
            </a:fld>
            <a:endParaRPr lang="de-DE" noProof="0" dirty="0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de-DE" noProof="0" dirty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de-DE" noProof="0" dirty="0"/>
              <a:t>Textmasterformate durch Klicken bearbeiten</a:t>
            </a:r>
          </a:p>
          <a:p>
            <a:pPr lvl="1" rtl="0"/>
            <a:r>
              <a:rPr lang="de-DE" noProof="0" dirty="0"/>
              <a:t>Zweite Ebene</a:t>
            </a:r>
          </a:p>
          <a:p>
            <a:pPr lvl="2" rtl="0"/>
            <a:r>
              <a:rPr lang="de-DE" noProof="0" dirty="0"/>
              <a:t>Dritte Ebene</a:t>
            </a:r>
          </a:p>
          <a:p>
            <a:pPr lvl="3" rtl="0"/>
            <a:r>
              <a:rPr lang="de-DE" noProof="0" dirty="0"/>
              <a:t>Vierte Ebene</a:t>
            </a:r>
          </a:p>
          <a:p>
            <a:pPr lvl="4" rtl="0"/>
            <a:r>
              <a:rPr lang="de-DE" noProof="0" dirty="0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de-DE" noProof="0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2E6DE88F-1F85-4A27-9D34-D74A50E7B0DA}" type="slidenum">
              <a:rPr lang="de-DE" noProof="0" smtClean="0"/>
              <a:t>‹#›</a:t>
            </a:fld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373009185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rtlCol="0" anchor="b">
            <a:normAutofit/>
          </a:bodyPr>
          <a:lstStyle>
            <a:lvl1pPr algn="ctr">
              <a:defRPr sz="5400"/>
            </a:lvl1pPr>
          </a:lstStyle>
          <a:p>
            <a:pPr rtl="0"/>
            <a:r>
              <a:rPr lang="de-DE" noProof="0"/>
              <a:t>Mastertitelformat bearbeiten</a:t>
            </a:r>
            <a:endParaRPr lang="de-DE" noProof="0" dirty="0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370693" y="3773489"/>
            <a:ext cx="9440034" cy="1049867"/>
          </a:xfrm>
        </p:spPr>
        <p:txBody>
          <a:bodyPr rtlCol="0"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de-DE" noProof="0"/>
              <a:t>Master-Untertitelformat bearbeiten</a:t>
            </a:r>
            <a:endParaRPr lang="de-DE" noProof="0"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758FE69-3F99-4550-AA00-A7FF61BF76EA}" type="datetime1">
              <a:rPr lang="de-DE" noProof="0" smtClean="0"/>
              <a:t>18.02.26</a:t>
            </a:fld>
            <a:endParaRPr lang="de-DE" noProof="0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de-DE" noProof="0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de-DE" noProof="0" smtClean="0"/>
              <a:pPr rtl="0"/>
              <a:t>‹#›</a:t>
            </a:fld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21507467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de-DE" noProof="0"/>
              <a:t>Mastertitelformat bearbeiten</a:t>
            </a:r>
            <a:endParaRPr lang="de-DE" noProof="0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lvl="0" rtl="0"/>
            <a:r>
              <a:rPr lang="de-DE" noProof="0"/>
              <a:t>Mastertextformat bearbeiten</a:t>
            </a:r>
          </a:p>
          <a:p>
            <a:pPr lvl="1" rtl="0"/>
            <a:r>
              <a:rPr lang="de-DE" noProof="0"/>
              <a:t>Zweite Ebene</a:t>
            </a:r>
          </a:p>
          <a:p>
            <a:pPr lvl="2" rtl="0"/>
            <a:r>
              <a:rPr lang="de-DE" noProof="0"/>
              <a:t>Dritte Ebene</a:t>
            </a:r>
          </a:p>
          <a:p>
            <a:pPr lvl="3" rtl="0"/>
            <a:r>
              <a:rPr lang="de-DE" noProof="0"/>
              <a:t>Vierte Ebene</a:t>
            </a:r>
          </a:p>
          <a:p>
            <a:pPr lvl="4" rtl="0"/>
            <a:r>
              <a:rPr lang="de-DE" noProof="0"/>
              <a:t>Fünfte Ebene</a:t>
            </a:r>
            <a:endParaRPr lang="de-DE" noProof="0"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468F14C-D4F1-40B6-B1AD-A03EDAA6725D}" type="datetime1">
              <a:rPr lang="de-DE" noProof="0" smtClean="0"/>
              <a:t>18.02.26</a:t>
            </a:fld>
            <a:endParaRPr lang="de-DE" noProof="0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de-DE" noProof="0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de-DE" noProof="0" smtClean="0"/>
              <a:t>‹#›</a:t>
            </a:fld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31548654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rtlCol="0" anchor="b"/>
          <a:lstStyle>
            <a:lvl1pPr algn="ctr">
              <a:defRPr sz="4000" b="0" cap="none"/>
            </a:lvl1pPr>
          </a:lstStyle>
          <a:p>
            <a:pPr rtl="0"/>
            <a:r>
              <a:rPr lang="de-DE" noProof="0"/>
              <a:t>Mastertitelformat bearbeiten</a:t>
            </a:r>
            <a:endParaRPr lang="de-DE" noProof="0" dirty="0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1295401" y="3763439"/>
            <a:ext cx="9590550" cy="1333494"/>
          </a:xfrm>
        </p:spPr>
        <p:txBody>
          <a:bodyPr rtlCol="0"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de-DE" noProof="0"/>
              <a:t>Mastertextformat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AEC8E1CE-31A4-4DC1-9A14-A1FDAD407674}" type="datetime1">
              <a:rPr lang="de-DE" noProof="0" smtClean="0"/>
              <a:t>18.02.26</a:t>
            </a:fld>
            <a:endParaRPr lang="de-DE" noProof="0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de-DE" noProof="0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de-DE" noProof="0" smtClean="0"/>
              <a:pPr rtl="0"/>
              <a:t>‹#›</a:t>
            </a:fld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846401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61872"/>
          </a:xfrm>
        </p:spPr>
        <p:txBody>
          <a:bodyPr rtlCol="0"/>
          <a:lstStyle/>
          <a:p>
            <a:pPr rtl="0"/>
            <a:r>
              <a:rPr lang="de-DE" noProof="0"/>
              <a:t>Mastertitelformat bearbeiten</a:t>
            </a:r>
            <a:endParaRPr lang="de-DE" noProof="0" dirty="0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913795" y="2076450"/>
            <a:ext cx="4856841" cy="3622671"/>
          </a:xfrm>
        </p:spPr>
        <p:txBody>
          <a:bodyPr rtlCol="0" anchor="t">
            <a:normAutofit/>
          </a:bodyPr>
          <a:lstStyle/>
          <a:p>
            <a:pPr lvl="0" rtl="0"/>
            <a:r>
              <a:rPr lang="de-DE" noProof="0"/>
              <a:t>Mastertextformat bearbeiten</a:t>
            </a:r>
          </a:p>
          <a:p>
            <a:pPr lvl="1" rtl="0"/>
            <a:r>
              <a:rPr lang="de-DE" noProof="0"/>
              <a:t>Zweite Ebene</a:t>
            </a:r>
          </a:p>
          <a:p>
            <a:pPr lvl="2" rtl="0"/>
            <a:r>
              <a:rPr lang="de-DE" noProof="0"/>
              <a:t>Dritte Ebene</a:t>
            </a:r>
          </a:p>
          <a:p>
            <a:pPr lvl="3" rtl="0"/>
            <a:r>
              <a:rPr lang="de-DE" noProof="0"/>
              <a:t>Vierte Ebene</a:t>
            </a:r>
          </a:p>
          <a:p>
            <a:pPr lvl="4" rtl="0"/>
            <a:r>
              <a:rPr lang="de-DE" noProof="0"/>
              <a:t>Fünfte Ebene</a:t>
            </a:r>
            <a:endParaRPr lang="de-DE" noProof="0" dirty="0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410716" y="2076451"/>
            <a:ext cx="4856841" cy="3622672"/>
          </a:xfrm>
        </p:spPr>
        <p:txBody>
          <a:bodyPr rtlCol="0" anchor="t">
            <a:normAutofit/>
          </a:bodyPr>
          <a:lstStyle/>
          <a:p>
            <a:pPr lvl="0" rtl="0"/>
            <a:r>
              <a:rPr lang="de-DE" noProof="0"/>
              <a:t>Mastertextformat bearbeiten</a:t>
            </a:r>
          </a:p>
          <a:p>
            <a:pPr lvl="1" rtl="0"/>
            <a:r>
              <a:rPr lang="de-DE" noProof="0"/>
              <a:t>Zweite Ebene</a:t>
            </a:r>
          </a:p>
          <a:p>
            <a:pPr lvl="2" rtl="0"/>
            <a:r>
              <a:rPr lang="de-DE" noProof="0"/>
              <a:t>Dritte Ebene</a:t>
            </a:r>
          </a:p>
          <a:p>
            <a:pPr lvl="3" rtl="0"/>
            <a:r>
              <a:rPr lang="de-DE" noProof="0"/>
              <a:t>Vierte Ebene</a:t>
            </a:r>
          </a:p>
          <a:p>
            <a:pPr lvl="4" rtl="0"/>
            <a:r>
              <a:rPr lang="de-DE" noProof="0"/>
              <a:t>Fünfte Ebene</a:t>
            </a:r>
            <a:endParaRPr lang="de-DE" noProof="0" dirty="0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FE3744A-5A44-4BFF-92AA-16DA5E94BB83}" type="datetime1">
              <a:rPr lang="de-DE" noProof="0" smtClean="0"/>
              <a:t>18.02.26</a:t>
            </a:fld>
            <a:endParaRPr lang="de-DE" noProof="0" dirty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de-DE" noProof="0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de-DE" noProof="0" smtClean="0"/>
              <a:t>‹#›</a:t>
            </a:fld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39882058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Bild 19" descr="Slate-V2-HD-compPhotoInset.png">
            <a:extLst>
              <a:ext uri="{FF2B5EF4-FFF2-40B4-BE49-F238E27FC236}">
                <a16:creationId xmlns:a16="http://schemas.microsoft.com/office/drawing/2014/main" id="{37B721FF-D609-4D98-9D19-CF75AA8A54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29200" cy="4099959"/>
          </a:xfrm>
          <a:prstGeom prst="rect">
            <a:avLst/>
          </a:prstGeom>
        </p:spPr>
      </p:pic>
      <p:pic>
        <p:nvPicPr>
          <p:cNvPr id="21" name="Bild 20" descr="Slate-V2-HD-compPhotoInset.png">
            <a:extLst>
              <a:ext uri="{FF2B5EF4-FFF2-40B4-BE49-F238E27FC236}">
                <a16:creationId xmlns:a16="http://schemas.microsoft.com/office/drawing/2014/main" id="{073936BD-C868-433F-8E84-D6DD8E640E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8357" y="1734506"/>
            <a:ext cx="5029200" cy="4099959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 rtlCol="0"/>
          <a:lstStyle>
            <a:lvl1pPr>
              <a:defRPr/>
            </a:lvl1pPr>
          </a:lstStyle>
          <a:p>
            <a:pPr rtl="0"/>
            <a:r>
              <a:rPr lang="de-DE" noProof="0"/>
              <a:t>Mastertitelformat bearbeiten</a:t>
            </a:r>
            <a:endParaRPr lang="de-DE" noProof="0" dirty="0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1046013" y="1855153"/>
            <a:ext cx="4764764" cy="692494"/>
          </a:xfrm>
        </p:spPr>
        <p:txBody>
          <a:bodyPr rtlCol="0"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de-DE" noProof="0"/>
              <a:t>Mastertextformat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1046013" y="2702103"/>
            <a:ext cx="4764764" cy="3043533"/>
          </a:xfrm>
        </p:spPr>
        <p:txBody>
          <a:bodyPr rtlCol="0"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 rtl="0"/>
            <a:r>
              <a:rPr lang="de-DE" noProof="0"/>
              <a:t>Mastertextformat bearbeiten</a:t>
            </a:r>
          </a:p>
          <a:p>
            <a:pPr lvl="1" rtl="0"/>
            <a:r>
              <a:rPr lang="de-DE" noProof="0"/>
              <a:t>Zweite Ebene</a:t>
            </a:r>
          </a:p>
          <a:p>
            <a:pPr lvl="2" rtl="0"/>
            <a:r>
              <a:rPr lang="de-DE" noProof="0"/>
              <a:t>Dritte Ebene</a:t>
            </a:r>
          </a:p>
          <a:p>
            <a:pPr lvl="3" rtl="0"/>
            <a:r>
              <a:rPr lang="de-DE" noProof="0"/>
              <a:t>Vierte Ebene</a:t>
            </a:r>
          </a:p>
          <a:p>
            <a:pPr lvl="4" rtl="0"/>
            <a:r>
              <a:rPr lang="de-DE" noProof="0"/>
              <a:t>Fünfte Ebene</a:t>
            </a:r>
            <a:endParaRPr lang="de-DE" noProof="0" dirty="0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6363166" y="1855152"/>
            <a:ext cx="4779582" cy="692495"/>
          </a:xfrm>
        </p:spPr>
        <p:txBody>
          <a:bodyPr rtlCol="0"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de-DE" noProof="0"/>
              <a:t>Mastertextformat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6363167" y="2702103"/>
            <a:ext cx="4779581" cy="3043533"/>
          </a:xfrm>
        </p:spPr>
        <p:txBody>
          <a:bodyPr rtlCol="0"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 rtl="0"/>
            <a:r>
              <a:rPr lang="de-DE" noProof="0"/>
              <a:t>Mastertextformat bearbeiten</a:t>
            </a:r>
          </a:p>
          <a:p>
            <a:pPr lvl="1" rtl="0"/>
            <a:r>
              <a:rPr lang="de-DE" noProof="0"/>
              <a:t>Zweite Ebene</a:t>
            </a:r>
          </a:p>
          <a:p>
            <a:pPr lvl="2" rtl="0"/>
            <a:r>
              <a:rPr lang="de-DE" noProof="0"/>
              <a:t>Dritte Ebene</a:t>
            </a:r>
          </a:p>
          <a:p>
            <a:pPr lvl="3" rtl="0"/>
            <a:r>
              <a:rPr lang="de-DE" noProof="0"/>
              <a:t>Vierte Ebene</a:t>
            </a:r>
          </a:p>
          <a:p>
            <a:pPr lvl="4" rtl="0"/>
            <a:r>
              <a:rPr lang="de-DE" noProof="0"/>
              <a:t>Fünfte Ebene</a:t>
            </a:r>
            <a:endParaRPr lang="de-DE" noProof="0" dirty="0"/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DEDD9AE-23AE-4EB7-B3DB-242A1D8478FB}" type="datetime1">
              <a:rPr lang="de-DE" noProof="0" smtClean="0"/>
              <a:t>18.02.26</a:t>
            </a:fld>
            <a:endParaRPr lang="de-DE" noProof="0" dirty="0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de-DE" noProof="0" dirty="0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de-DE" noProof="0" smtClean="0"/>
              <a:t>‹#›</a:t>
            </a:fld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22351203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de-DE" noProof="0"/>
              <a:t>Mastertitelformat bearbeiten</a:t>
            </a:r>
            <a:endParaRPr lang="de-DE" noProof="0" dirty="0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F42FB20-1F3E-43B9-A22C-6B636C25391A}" type="datetime1">
              <a:rPr lang="de-DE" noProof="0" smtClean="0"/>
              <a:t>18.02.26</a:t>
            </a:fld>
            <a:endParaRPr lang="de-DE" noProof="0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de-DE" noProof="0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de-DE" noProof="0" smtClean="0"/>
              <a:t>‹#›</a:t>
            </a:fld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4290940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67D78AD-A707-44D8-98C7-2E5BF17C114E}" type="datetime1">
              <a:rPr lang="de-DE" noProof="0" smtClean="0"/>
              <a:t>18.02.26</a:t>
            </a:fld>
            <a:endParaRPr lang="de-DE" noProof="0" dirty="0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de-DE" noProof="0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de-DE" noProof="0" smtClean="0"/>
              <a:t>‹#›</a:t>
            </a:fld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26551302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rtlCol="0" anchor="b">
            <a:normAutofit/>
          </a:bodyPr>
          <a:lstStyle>
            <a:lvl1pPr algn="ctr">
              <a:defRPr sz="2800" b="0"/>
            </a:lvl1pPr>
          </a:lstStyle>
          <a:p>
            <a:pPr rtl="0"/>
            <a:r>
              <a:rPr lang="de-DE" noProof="0"/>
              <a:t>Mastertitelformat bearbeiten</a:t>
            </a:r>
            <a:endParaRPr lang="de-DE" noProof="0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080001"/>
          </a:xfrm>
        </p:spPr>
        <p:txBody>
          <a:bodyPr rtlCol="0">
            <a:normAutofit/>
          </a:bodyPr>
          <a:lstStyle/>
          <a:p>
            <a:pPr lvl="0" rtl="0"/>
            <a:r>
              <a:rPr lang="de-DE" noProof="0"/>
              <a:t>Mastertextformat bearbeiten</a:t>
            </a:r>
          </a:p>
          <a:p>
            <a:pPr lvl="1" rtl="0"/>
            <a:r>
              <a:rPr lang="de-DE" noProof="0"/>
              <a:t>Zweite Ebene</a:t>
            </a:r>
          </a:p>
          <a:p>
            <a:pPr lvl="2" rtl="0"/>
            <a:r>
              <a:rPr lang="de-DE" noProof="0"/>
              <a:t>Dritte Ebene</a:t>
            </a:r>
          </a:p>
          <a:p>
            <a:pPr lvl="3" rtl="0"/>
            <a:r>
              <a:rPr lang="de-DE" noProof="0"/>
              <a:t>Vierte Ebene</a:t>
            </a:r>
          </a:p>
          <a:p>
            <a:pPr lvl="4" rtl="0"/>
            <a:r>
              <a:rPr lang="de-DE" noProof="0"/>
              <a:t>Fünfte Ebene</a:t>
            </a:r>
            <a:endParaRPr lang="de-DE" noProof="0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913795" y="2673351"/>
            <a:ext cx="3706889" cy="3016250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de-DE" noProof="0"/>
              <a:t>Mastertextformat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7CDB1FF-C55B-4D31-A515-83B796043DD6}" type="datetime1">
              <a:rPr lang="de-DE" noProof="0" smtClean="0"/>
              <a:t>18.02.26</a:t>
            </a:fld>
            <a:endParaRPr lang="de-DE" noProof="0" dirty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de-DE" noProof="0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de-DE" noProof="0" smtClean="0"/>
              <a:pPr rtl="0"/>
              <a:t>‹#›</a:t>
            </a:fld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7935569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Bild 21" descr="Slate-V2-HD-vertPhotoInset.png">
            <a:extLst>
              <a:ext uri="{FF2B5EF4-FFF2-40B4-BE49-F238E27FC236}">
                <a16:creationId xmlns:a16="http://schemas.microsoft.com/office/drawing/2014/main" id="{4D06E496-ACBA-4063-B4A1-C5C484EE5A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913795" y="763701"/>
            <a:ext cx="5707899" cy="1675559"/>
          </a:xfrm>
        </p:spPr>
        <p:txBody>
          <a:bodyPr rtlCol="0" anchor="b">
            <a:noAutofit/>
          </a:bodyPr>
          <a:lstStyle>
            <a:lvl1pPr algn="ctr">
              <a:defRPr sz="3200" b="0"/>
            </a:lvl1pPr>
          </a:lstStyle>
          <a:p>
            <a:pPr rtl="0"/>
            <a:r>
              <a:rPr lang="de-DE" noProof="0"/>
              <a:t>Mastertitelformat bearbeiten</a:t>
            </a:r>
            <a:endParaRPr lang="de-DE" noProof="0" dirty="0"/>
          </a:p>
        </p:txBody>
      </p:sp>
      <p:sp>
        <p:nvSpPr>
          <p:cNvPr id="3" name="Bildplatzhalt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1473698" y="2679699"/>
            <a:ext cx="4588094" cy="3135695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de-DE" noProof="0"/>
              <a:t>Mastertextformat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5B3AE0C-9D3B-493D-AE1C-E837EBD1A420}" type="datetime1">
              <a:rPr lang="de-DE" noProof="0" smtClean="0"/>
              <a:t>18.02.26</a:t>
            </a:fld>
            <a:endParaRPr lang="de-DE" noProof="0" dirty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algn="l" rtl="0"/>
            <a:endParaRPr lang="de-DE" noProof="0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de-DE" noProof="0" smtClean="0"/>
              <a:t>‹#›</a:t>
            </a:fld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530567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abild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ild 15" descr="Slate-V2-HD-panoPhotoInset.png">
            <a:extLst>
              <a:ext uri="{FF2B5EF4-FFF2-40B4-BE49-F238E27FC236}">
                <a16:creationId xmlns:a16="http://schemas.microsoft.com/office/drawing/2014/main" id="{CE39118B-B3AD-4BD4-BA22-DEFF4E76C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rtlCol="0" anchor="b">
            <a:normAutofit/>
          </a:bodyPr>
          <a:lstStyle>
            <a:lvl1pPr algn="ctr">
              <a:defRPr sz="2800"/>
            </a:lvl1pPr>
          </a:lstStyle>
          <a:p>
            <a:pPr rtl="0"/>
            <a:r>
              <a:rPr lang="de-DE" noProof="0"/>
              <a:t>Mastertitelformat bearbeiten</a:t>
            </a:r>
            <a:endParaRPr lang="de-DE" noProof="0" dirty="0"/>
          </a:p>
        </p:txBody>
      </p:sp>
      <p:sp>
        <p:nvSpPr>
          <p:cNvPr id="3" name="Bildplatzhalt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913795" y="5247728"/>
            <a:ext cx="10353762" cy="543472"/>
          </a:xfrm>
        </p:spPr>
        <p:txBody>
          <a:bodyPr rtlCol="0"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de-DE" noProof="0"/>
              <a:t>Mastertextformat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61AEB60-0CF2-4FDF-8809-8AC51494D5F5}" type="datetime1">
              <a:rPr lang="de-DE" noProof="0" smtClean="0"/>
              <a:t>18.02.26</a:t>
            </a:fld>
            <a:endParaRPr lang="de-DE" noProof="0" dirty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de-DE" noProof="0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de-DE" noProof="0" smtClean="0"/>
              <a:t>‹#›</a:t>
            </a:fld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10095022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und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rtlCol="0" anchor="ctr">
            <a:normAutofit/>
          </a:bodyPr>
          <a:lstStyle>
            <a:lvl1pPr>
              <a:defRPr sz="4000"/>
            </a:lvl1pPr>
          </a:lstStyle>
          <a:p>
            <a:pPr rtl="0"/>
            <a:r>
              <a:rPr lang="de-DE" noProof="0"/>
              <a:t>Mastertitelformat bearbeiten</a:t>
            </a:r>
            <a:endParaRPr lang="de-DE" noProof="0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rtlCol="0"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de-DE" noProof="0"/>
              <a:t>Mastertextformat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58AF836-13A8-46EF-A2AE-6F658367FD73}" type="datetime1">
              <a:rPr lang="de-DE" noProof="0" smtClean="0"/>
              <a:t>18.02.26</a:t>
            </a:fld>
            <a:endParaRPr lang="de-DE" noProof="0" dirty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de-DE" noProof="0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de-DE" noProof="0" smtClean="0"/>
              <a:t>‹#›</a:t>
            </a:fld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1053850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Zitat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rtlCol="0" anchor="ctr">
            <a:normAutofit/>
          </a:bodyPr>
          <a:lstStyle>
            <a:lvl1pPr>
              <a:defRPr sz="3600"/>
            </a:lvl1pPr>
          </a:lstStyle>
          <a:p>
            <a:pPr rtl="0"/>
            <a:r>
              <a:rPr lang="de-DE" noProof="0"/>
              <a:t>Mastertitelformat bearbeiten</a:t>
            </a:r>
            <a:endParaRPr lang="de-DE" noProof="0" dirty="0"/>
          </a:p>
        </p:txBody>
      </p:sp>
      <p:sp>
        <p:nvSpPr>
          <p:cNvPr id="12" name="Textplatzhalt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rtlCol="0"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de-DE" noProof="0"/>
              <a:t>Mastertextformat bearbeiten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rtlCol="0"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de-DE" noProof="0"/>
              <a:t>Mastertextformat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51DFE2F-C573-4D62-882A-E8846EF03C0C}" type="datetime1">
              <a:rPr lang="de-DE" noProof="0" smtClean="0"/>
              <a:t>18.02.26</a:t>
            </a:fld>
            <a:endParaRPr lang="de-DE" noProof="0" dirty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de-DE" noProof="0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de-DE" noProof="0" smtClean="0"/>
              <a:t>‹#›</a:t>
            </a:fld>
            <a:endParaRPr lang="de-DE" noProof="0" dirty="0"/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223F0D53-0705-41B7-8554-09D21E7807F9}"/>
              </a:ext>
            </a:extLst>
          </p:cNvPr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rtl="0"/>
            <a:r>
              <a:rPr lang="de-DE" sz="8000" noProof="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C7F647CD-0F1A-4BB3-89E0-A74F1E1B098D}"/>
              </a:ext>
            </a:extLst>
          </p:cNvPr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 rtl="0"/>
            <a:r>
              <a:rPr lang="de-DE" sz="8000" noProof="0" dirty="0">
                <a:solidFill>
                  <a:schemeClr val="tx1"/>
                </a:solidFill>
                <a:effectLst/>
              </a:rPr>
              <a:t>"</a:t>
            </a:r>
          </a:p>
        </p:txBody>
      </p:sp>
    </p:spTree>
    <p:extLst>
      <p:ext uri="{BB962C8B-B14F-4D97-AF65-F5344CB8AC3E}">
        <p14:creationId xmlns:p14="http://schemas.microsoft.com/office/powerpoint/2010/main" val="27752911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isitenkar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rtlCol="0" anchor="b"/>
          <a:lstStyle>
            <a:lvl1pPr>
              <a:defRPr sz="3200"/>
            </a:lvl1pPr>
          </a:lstStyle>
          <a:p>
            <a:pPr rtl="0"/>
            <a:r>
              <a:rPr lang="de-DE" noProof="0"/>
              <a:t>Mastertitelformat bearbeiten</a:t>
            </a:r>
            <a:endParaRPr lang="de-DE" noProof="0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rtlCol="0"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de-DE" noProof="0"/>
              <a:t>Mastertextformat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28E20CA-0CA2-4574-B1D6-69C8C65EED42}" type="datetime1">
              <a:rPr lang="de-DE" noProof="0" smtClean="0"/>
              <a:t>18.02.26</a:t>
            </a:fld>
            <a:endParaRPr lang="de-DE" noProof="0" dirty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de-DE" noProof="0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de-DE" noProof="0" smtClean="0"/>
              <a:t>‹#›</a:t>
            </a:fld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23450925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-spal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el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 rtlCol="0"/>
          <a:lstStyle/>
          <a:p>
            <a:pPr rtl="0"/>
            <a:r>
              <a:rPr lang="de-DE" noProof="0"/>
              <a:t>Mastertitelformat bearbeiten</a:t>
            </a:r>
            <a:endParaRPr lang="de-DE" noProof="0" dirty="0"/>
          </a:p>
        </p:txBody>
      </p:sp>
      <p:sp>
        <p:nvSpPr>
          <p:cNvPr id="7" name="Textplatzhalt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764782"/>
          </a:xfrm>
        </p:spPr>
        <p:txBody>
          <a:bodyPr rtlCol="0"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de-DE" noProof="0"/>
              <a:t>Mastertextformat bearbeiten</a:t>
            </a:r>
          </a:p>
        </p:txBody>
      </p:sp>
      <p:sp>
        <p:nvSpPr>
          <p:cNvPr id="8" name="Textplatzhalter 3"/>
          <p:cNvSpPr>
            <a:spLocks noGrp="1"/>
          </p:cNvSpPr>
          <p:nvPr>
            <p:ph type="body" sz="half" idx="15"/>
          </p:nvPr>
        </p:nvSpPr>
        <p:spPr>
          <a:xfrm>
            <a:off x="913795" y="2768112"/>
            <a:ext cx="3300984" cy="3023088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de-DE" noProof="0"/>
              <a:t>Mastertextformat bearbeiten</a:t>
            </a:r>
          </a:p>
        </p:txBody>
      </p:sp>
      <p:sp>
        <p:nvSpPr>
          <p:cNvPr id="9" name="Textplatzhalter 4"/>
          <p:cNvSpPr>
            <a:spLocks noGrp="1"/>
          </p:cNvSpPr>
          <p:nvPr>
            <p:ph type="body" sz="quarter" idx="3"/>
          </p:nvPr>
        </p:nvSpPr>
        <p:spPr>
          <a:xfrm>
            <a:off x="4446711" y="1885949"/>
            <a:ext cx="3300984" cy="764783"/>
          </a:xfrm>
        </p:spPr>
        <p:txBody>
          <a:bodyPr rtlCol="0"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de-DE" noProof="0"/>
              <a:t>Mastertextformat bearbeiten</a:t>
            </a:r>
          </a:p>
        </p:txBody>
      </p:sp>
      <p:sp>
        <p:nvSpPr>
          <p:cNvPr id="10" name="Textplatzhalter 3"/>
          <p:cNvSpPr>
            <a:spLocks noGrp="1"/>
          </p:cNvSpPr>
          <p:nvPr>
            <p:ph type="body" sz="half" idx="16"/>
          </p:nvPr>
        </p:nvSpPr>
        <p:spPr>
          <a:xfrm>
            <a:off x="4441435" y="2768112"/>
            <a:ext cx="3300984" cy="3023088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de-DE" noProof="0"/>
              <a:t>Mastertextformat bearbeiten</a:t>
            </a:r>
          </a:p>
        </p:txBody>
      </p:sp>
      <p:sp>
        <p:nvSpPr>
          <p:cNvPr id="11" name="Textplatzhalt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764782"/>
          </a:xfrm>
        </p:spPr>
        <p:txBody>
          <a:bodyPr rtlCol="0"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de-DE" noProof="0"/>
              <a:t>Mastertextformat bearbeiten</a:t>
            </a:r>
          </a:p>
        </p:txBody>
      </p:sp>
      <p:sp>
        <p:nvSpPr>
          <p:cNvPr id="12" name="Textplatzhalter 3"/>
          <p:cNvSpPr>
            <a:spLocks noGrp="1"/>
          </p:cNvSpPr>
          <p:nvPr>
            <p:ph type="body" sz="half" idx="17"/>
          </p:nvPr>
        </p:nvSpPr>
        <p:spPr>
          <a:xfrm>
            <a:off x="7966572" y="2768110"/>
            <a:ext cx="3300984" cy="3023089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de-DE" noProof="0"/>
              <a:t>Mastertextformat bearbeiten</a:t>
            </a:r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509B9F8F-6639-463B-9FB3-42044123F51F}" type="datetime1">
              <a:rPr lang="de-DE" noProof="0" smtClean="0"/>
              <a:t>18.02.26</a:t>
            </a:fld>
            <a:endParaRPr lang="de-DE" noProof="0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de-DE" noProof="0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de-DE" noProof="0" smtClean="0"/>
              <a:t>‹#›</a:t>
            </a:fld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20326478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Bildspal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ild 1" descr="Slate-V2-HD-3colPhotoInset.png">
            <a:extLst>
              <a:ext uri="{FF2B5EF4-FFF2-40B4-BE49-F238E27FC236}">
                <a16:creationId xmlns:a16="http://schemas.microsoft.com/office/drawing/2014/main" id="{7E87C569-D426-4615-ADA7-B370EA9834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Bild 35" descr="Slate-V2-HD-3colPhotoInset.png">
            <a:extLst>
              <a:ext uri="{FF2B5EF4-FFF2-40B4-BE49-F238E27FC236}">
                <a16:creationId xmlns:a16="http://schemas.microsoft.com/office/drawing/2014/main" id="{7B353ED4-7AD0-46C9-88ED-1A16B1433A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Bild 36" descr="Slate-V2-HD-3colPhotoInset.png">
            <a:extLst>
              <a:ext uri="{FF2B5EF4-FFF2-40B4-BE49-F238E27FC236}">
                <a16:creationId xmlns:a16="http://schemas.microsoft.com/office/drawing/2014/main" id="{F561D985-AD57-459A-B3A6-EBF2960397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el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 rtlCol="0"/>
          <a:lstStyle/>
          <a:p>
            <a:pPr rtl="0"/>
            <a:r>
              <a:rPr lang="de-DE" noProof="0"/>
              <a:t>Mastertitelformat bearbeiten</a:t>
            </a:r>
            <a:endParaRPr lang="de-DE" noProof="0" dirty="0"/>
          </a:p>
        </p:txBody>
      </p:sp>
      <p:sp>
        <p:nvSpPr>
          <p:cNvPr id="19" name="Textplatzhalt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rtlCol="0"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de-DE" noProof="0"/>
              <a:t>Mastertextformat bearbeiten</a:t>
            </a:r>
          </a:p>
        </p:txBody>
      </p:sp>
      <p:sp>
        <p:nvSpPr>
          <p:cNvPr id="20" name="Bildplatzhalt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sp>
        <p:nvSpPr>
          <p:cNvPr id="21" name="Textplatzhalter 3"/>
          <p:cNvSpPr>
            <a:spLocks noGrp="1"/>
          </p:cNvSpPr>
          <p:nvPr>
            <p:ph type="body" sz="half" idx="18"/>
          </p:nvPr>
        </p:nvSpPr>
        <p:spPr>
          <a:xfrm>
            <a:off x="913795" y="4572443"/>
            <a:ext cx="3300984" cy="1218758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de-DE" noProof="0"/>
              <a:t>Mastertextformat bearbeiten</a:t>
            </a:r>
          </a:p>
        </p:txBody>
      </p:sp>
      <p:sp>
        <p:nvSpPr>
          <p:cNvPr id="22" name="Textplatzhalt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rtlCol="0"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de-DE" noProof="0"/>
              <a:t>Mastertextformat bearbeiten</a:t>
            </a:r>
          </a:p>
        </p:txBody>
      </p:sp>
      <p:sp>
        <p:nvSpPr>
          <p:cNvPr id="23" name="Bildplatzhalt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sp>
        <p:nvSpPr>
          <p:cNvPr id="24" name="Textplatzhalter 3"/>
          <p:cNvSpPr>
            <a:spLocks noGrp="1"/>
          </p:cNvSpPr>
          <p:nvPr>
            <p:ph type="body" sz="half" idx="19"/>
          </p:nvPr>
        </p:nvSpPr>
        <p:spPr>
          <a:xfrm>
            <a:off x="4441435" y="4572442"/>
            <a:ext cx="3300984" cy="1218758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de-DE" noProof="0"/>
              <a:t>Mastertextformat bearbeiten</a:t>
            </a:r>
          </a:p>
        </p:txBody>
      </p:sp>
      <p:sp>
        <p:nvSpPr>
          <p:cNvPr id="25" name="Textplatzhalt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rtlCol="0"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de-DE" noProof="0"/>
              <a:t>Mastertextformat bearbeiten</a:t>
            </a:r>
          </a:p>
        </p:txBody>
      </p:sp>
      <p:sp>
        <p:nvSpPr>
          <p:cNvPr id="26" name="Bildplatzhalt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sp>
        <p:nvSpPr>
          <p:cNvPr id="27" name="Textplatzhalter 3"/>
          <p:cNvSpPr>
            <a:spLocks noGrp="1"/>
          </p:cNvSpPr>
          <p:nvPr>
            <p:ph type="body" sz="half" idx="20"/>
          </p:nvPr>
        </p:nvSpPr>
        <p:spPr>
          <a:xfrm>
            <a:off x="7966572" y="4572442"/>
            <a:ext cx="3300984" cy="1218758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de-DE" noProof="0"/>
              <a:t>Mastertextformat bearbeiten</a:t>
            </a:r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069E6A23-504C-403E-B76B-B05505FCD76B}" type="datetime1">
              <a:rPr lang="de-DE" noProof="0" smtClean="0"/>
              <a:t>18.02.26</a:t>
            </a:fld>
            <a:endParaRPr lang="de-DE" noProof="0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de-DE" noProof="0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de-DE" noProof="0" smtClean="0"/>
              <a:t>‹#›</a:t>
            </a:fld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17932546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5730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de-DE" noProof="0" dirty="0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913795" y="2076450"/>
            <a:ext cx="10353762" cy="3714749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 rtl="0"/>
            <a:r>
              <a:rPr lang="de-DE" noProof="0" dirty="0"/>
              <a:t>Textmasterformate durch Klicken bearbeiten</a:t>
            </a:r>
          </a:p>
          <a:p>
            <a:pPr lvl="1" rtl="0"/>
            <a:r>
              <a:rPr lang="de-DE" noProof="0" dirty="0"/>
              <a:t>Zweite Ebene</a:t>
            </a:r>
          </a:p>
          <a:p>
            <a:pPr lvl="2" rtl="0"/>
            <a:r>
              <a:rPr lang="de-DE" noProof="0" dirty="0"/>
              <a:t>Dritte Ebene</a:t>
            </a:r>
          </a:p>
          <a:p>
            <a:pPr lvl="3" rtl="0"/>
            <a:r>
              <a:rPr lang="de-DE" noProof="0" dirty="0"/>
              <a:t>Vierte Ebene</a:t>
            </a:r>
          </a:p>
          <a:p>
            <a:pPr lvl="4" rtl="0"/>
            <a:r>
              <a:rPr lang="de-DE" noProof="0" dirty="0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7678736" y="600074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pPr rtl="0"/>
            <a:fld id="{68BEABDA-98C7-4D1F-B6BB-CA7E2F630F9B}" type="datetime1">
              <a:rPr lang="de-DE" noProof="0" smtClean="0"/>
              <a:t>18.02.26</a:t>
            </a:fld>
            <a:endParaRPr lang="de-DE" noProof="0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913795" y="6000749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pPr rtl="0"/>
            <a:endParaRPr lang="de-DE" noProof="0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10514011" y="6000749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pPr rtl="0"/>
            <a:fld id="{3A98EE3D-8CD1-4C3F-BD1C-C98C9596463C}" type="slidenum">
              <a:rPr lang="de-DE" noProof="0" smtClean="0"/>
              <a:t>‹#›</a:t>
            </a:fld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18589783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</p:sldLayoutIdLst>
  <p:hf sldNum="0" hdr="0" ftr="0" dt="0"/>
  <p:txStyles>
    <p:titleStyle>
      <a:lvl1pPr algn="ctr" defTabSz="457200" rtl="0" eaLnBrk="1" latinLnBrk="0" hangingPunct="1">
        <a:lnSpc>
          <a:spcPct val="90000"/>
        </a:lnSpc>
        <a:spcBef>
          <a:spcPct val="0"/>
        </a:spcBef>
        <a:buNone/>
        <a:defRPr sz="4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3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21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VTI">
  <a:themeElements>
    <a:clrScheme name="Custom 35">
      <a:dk1>
        <a:sysClr val="windowText" lastClr="000000"/>
      </a:dk1>
      <a:lt1>
        <a:sysClr val="window" lastClr="FFFFFF"/>
      </a:lt1>
      <a:dk2>
        <a:srgbClr val="4E3B30"/>
      </a:dk2>
      <a:lt2>
        <a:srgbClr val="F4EDD8"/>
      </a:lt2>
      <a:accent1>
        <a:srgbClr val="F0A22E"/>
      </a:accent1>
      <a:accent2>
        <a:srgbClr val="A5644E"/>
      </a:accent2>
      <a:accent3>
        <a:srgbClr val="B58B80"/>
      </a:accent3>
      <a:accent4>
        <a:srgbClr val="C3986D"/>
      </a:accent4>
      <a:accent5>
        <a:srgbClr val="A19574"/>
      </a:accent5>
      <a:accent6>
        <a:srgbClr val="C17529"/>
      </a:accent6>
      <a:hlink>
        <a:srgbClr val="AD1F1F"/>
      </a:hlink>
      <a:folHlink>
        <a:srgbClr val="FFC42F"/>
      </a:folHlink>
    </a:clrScheme>
    <a:fontScheme name="Custom 4">
      <a:majorFont>
        <a:latin typeface="Goudy Old Style"/>
        <a:ea typeface=""/>
        <a:cs typeface=""/>
      </a:majorFont>
      <a:minorFont>
        <a:latin typeface="Goudy Old Style"/>
        <a:ea typeface=""/>
        <a:cs typeface="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44285908_TF55705232.potx" id="{C2693DD5-6559-4F60-BB71-3DF0B32289E4}" vid="{FE5FC937-8F54-4BE4-8F9D-44E1A9D18C62}"/>
    </a:ext>
  </a:extLst>
</a:theme>
</file>

<file path=ppt/theme/theme2.xml><?xml version="1.0" encoding="utf-8"?>
<a:theme xmlns:a="http://schemas.openxmlformats.org/drawingml/2006/main" name="Office-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a410dd7f93c95333ffa1b60ed6adedd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a936d9baba76aa3866493feff160faab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4B270AB-C138-415C-897E-3C24487DECF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C4C00F4-06E9-43E3-AD97-88A857CEFA82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0585E981-8C91-4205-A0C3-C991F42B4C9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{5DE2F419-AD40-4967-A74C-8BD2D0DFEE43}tf55705232_win32</Template>
  <TotalTime>0</TotalTime>
  <Words>0</Words>
  <Application>Microsoft Macintosh PowerPoint</Application>
  <PresentationFormat>寬螢幕</PresentationFormat>
  <Paragraphs>0</Paragraphs>
  <Slides>0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0</vt:i4>
      </vt:variant>
    </vt:vector>
  </HeadingPairs>
  <TitlesOfParts>
    <vt:vector size="4" baseType="lpstr">
      <vt:lpstr>Calibri</vt:lpstr>
      <vt:lpstr>Goudy Old Style</vt:lpstr>
      <vt:lpstr>Wingdings 2</vt:lpstr>
      <vt:lpstr>SlateVTI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Käch, Timon</dc:creator>
  <cp:lastModifiedBy>RickLiao</cp:lastModifiedBy>
  <cp:revision>2</cp:revision>
  <dcterms:created xsi:type="dcterms:W3CDTF">2023-03-07T11:58:14Z</dcterms:created>
  <dcterms:modified xsi:type="dcterms:W3CDTF">2026-02-17T16:49:31Z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